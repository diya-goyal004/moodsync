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Times New Roman MT" panose="020B0604020202020204" charset="0"/>
      <p:regular r:id="rId11"/>
    </p:embeddedFont>
    <p:embeddedFont>
      <p:font typeface="Times New Roman M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1" d="100"/>
          <a:sy n="41" d="100"/>
        </p:scale>
        <p:origin x="8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1528"/>
            <a:ext cx="18288000" cy="10263945"/>
            <a:chOff x="0" y="0"/>
            <a:chExt cx="27347876" cy="13685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824269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3661238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0498207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824269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661238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498207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123602" y="865268"/>
            <a:ext cx="16230600" cy="8556464"/>
            <a:chOff x="0" y="0"/>
            <a:chExt cx="4274726" cy="22535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74726" cy="2253554"/>
            </a:xfrm>
            <a:custGeom>
              <a:avLst/>
              <a:gdLst/>
              <a:ahLst/>
              <a:cxnLst/>
              <a:rect l="l" t="t" r="r" b="b"/>
              <a:pathLst>
                <a:path w="4274726" h="2253554">
                  <a:moveTo>
                    <a:pt x="0" y="0"/>
                  </a:moveTo>
                  <a:lnTo>
                    <a:pt x="4274726" y="0"/>
                  </a:lnTo>
                  <a:lnTo>
                    <a:pt x="4274726" y="2253554"/>
                  </a:lnTo>
                  <a:lnTo>
                    <a:pt x="0" y="2253554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4274726" cy="23297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3383970" y="910453"/>
            <a:ext cx="3960707" cy="1316935"/>
          </a:xfrm>
          <a:custGeom>
            <a:avLst/>
            <a:gdLst/>
            <a:ahLst/>
            <a:cxnLst/>
            <a:rect l="l" t="t" r="r" b="b"/>
            <a:pathLst>
              <a:path w="3960707" h="1316935">
                <a:moveTo>
                  <a:pt x="0" y="0"/>
                </a:moveTo>
                <a:lnTo>
                  <a:pt x="3960707" y="0"/>
                </a:lnTo>
                <a:lnTo>
                  <a:pt x="3960707" y="1316935"/>
                </a:lnTo>
                <a:lnTo>
                  <a:pt x="0" y="1316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672970" y="5400358"/>
            <a:ext cx="3760335" cy="2890757"/>
          </a:xfrm>
          <a:custGeom>
            <a:avLst/>
            <a:gdLst/>
            <a:ahLst/>
            <a:cxnLst/>
            <a:rect l="l" t="t" r="r" b="b"/>
            <a:pathLst>
              <a:path w="3760335" h="2890757">
                <a:moveTo>
                  <a:pt x="0" y="0"/>
                </a:moveTo>
                <a:lnTo>
                  <a:pt x="3760335" y="0"/>
                </a:lnTo>
                <a:lnTo>
                  <a:pt x="3760335" y="2890757"/>
                </a:lnTo>
                <a:lnTo>
                  <a:pt x="0" y="28907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97629" y="2451265"/>
            <a:ext cx="15182292" cy="224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13"/>
              </a:lnSpc>
            </a:pPr>
            <a:r>
              <a:rPr lang="en-US" sz="400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Presentation</a:t>
            </a:r>
          </a:p>
          <a:p>
            <a:pPr algn="ctr">
              <a:lnSpc>
                <a:spcPts val="5613"/>
              </a:lnSpc>
            </a:pPr>
            <a:r>
              <a:rPr lang="en-US" sz="400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 </a:t>
            </a:r>
          </a:p>
          <a:p>
            <a:pPr algn="ctr">
              <a:lnSpc>
                <a:spcPts val="6173"/>
              </a:lnSpc>
            </a:pPr>
            <a:r>
              <a:rPr lang="en-US" sz="440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MOODSYNC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144638" y="4608990"/>
            <a:ext cx="2563713" cy="3662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Submitted By:</a:t>
            </a:r>
          </a:p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Diya Goyal </a:t>
            </a:r>
          </a:p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2210994878</a:t>
            </a:r>
          </a:p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Sakshi Gupta</a:t>
            </a:r>
          </a:p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2210992228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98256" y="4608990"/>
            <a:ext cx="4195663" cy="243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Supervised By:</a:t>
            </a:r>
          </a:p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Dr. Simarjit Kaur</a:t>
            </a:r>
          </a:p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Associate Professor</a:t>
            </a:r>
          </a:p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Dept. of CSE, CUIET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52179" y="8576865"/>
            <a:ext cx="11717058" cy="51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7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Department of Computer Science and Engineering, Chitkara University, Punjab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1528"/>
            <a:ext cx="18288000" cy="10263945"/>
            <a:chOff x="0" y="0"/>
            <a:chExt cx="27347876" cy="13685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824269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3661238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0498207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824269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661238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498207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193006" y="1980567"/>
            <a:ext cx="16151671" cy="6664212"/>
            <a:chOff x="0" y="0"/>
            <a:chExt cx="4253938" cy="17551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253938" cy="1755183"/>
            </a:xfrm>
            <a:custGeom>
              <a:avLst/>
              <a:gdLst/>
              <a:ahLst/>
              <a:cxnLst/>
              <a:rect l="l" t="t" r="r" b="b"/>
              <a:pathLst>
                <a:path w="4253938" h="1755183">
                  <a:moveTo>
                    <a:pt x="0" y="0"/>
                  </a:moveTo>
                  <a:lnTo>
                    <a:pt x="4253938" y="0"/>
                  </a:lnTo>
                  <a:lnTo>
                    <a:pt x="4253938" y="1755183"/>
                  </a:lnTo>
                  <a:lnTo>
                    <a:pt x="0" y="1755183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4253938" cy="1831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 rot="-149579">
            <a:off x="12701682" y="1610583"/>
            <a:ext cx="4232236" cy="8173720"/>
            <a:chOff x="0" y="0"/>
            <a:chExt cx="3290570" cy="6355080"/>
          </a:xfrm>
        </p:grpSpPr>
        <p:sp>
          <p:nvSpPr>
            <p:cNvPr id="15" name="Freeform 15"/>
            <p:cNvSpPr/>
            <p:nvPr/>
          </p:nvSpPr>
          <p:spPr>
            <a:xfrm>
              <a:off x="0" y="1270"/>
              <a:ext cx="3289300" cy="6353810"/>
            </a:xfrm>
            <a:custGeom>
              <a:avLst/>
              <a:gdLst/>
              <a:ahLst/>
              <a:cxnLst/>
              <a:rect l="l" t="t" r="r" b="b"/>
              <a:pathLst>
                <a:path w="3289300" h="6353810">
                  <a:moveTo>
                    <a:pt x="3289300" y="6353810"/>
                  </a:moveTo>
                  <a:lnTo>
                    <a:pt x="0" y="6353810"/>
                  </a:lnTo>
                  <a:lnTo>
                    <a:pt x="0" y="0"/>
                  </a:lnTo>
                  <a:lnTo>
                    <a:pt x="3289300" y="0"/>
                  </a:lnTo>
                  <a:lnTo>
                    <a:pt x="3289300" y="6353810"/>
                  </a:lnTo>
                  <a:close/>
                </a:path>
              </a:pathLst>
            </a:custGeom>
            <a:solidFill>
              <a:srgbClr val="F1EEEA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79070" y="3233420"/>
              <a:ext cx="2928620" cy="2940050"/>
            </a:xfrm>
            <a:custGeom>
              <a:avLst/>
              <a:gdLst/>
              <a:ahLst/>
              <a:cxnLst/>
              <a:rect l="l" t="t" r="r" b="b"/>
              <a:pathLst>
                <a:path w="2928620" h="2940050">
                  <a:moveTo>
                    <a:pt x="2928620" y="2940050"/>
                  </a:moveTo>
                  <a:lnTo>
                    <a:pt x="0" y="2940050"/>
                  </a:lnTo>
                  <a:lnTo>
                    <a:pt x="0" y="0"/>
                  </a:lnTo>
                  <a:lnTo>
                    <a:pt x="2928620" y="0"/>
                  </a:lnTo>
                  <a:lnTo>
                    <a:pt x="2928620" y="2940050"/>
                  </a:lnTo>
                  <a:lnTo>
                    <a:pt x="2928620" y="2940050"/>
                  </a:lnTo>
                  <a:close/>
                </a:path>
              </a:pathLst>
            </a:custGeom>
            <a:blipFill>
              <a:blip r:embed="rId3"/>
              <a:stretch>
                <a:fillRect l="-25481" r="-25481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181610" y="180340"/>
              <a:ext cx="2928620" cy="2940050"/>
            </a:xfrm>
            <a:custGeom>
              <a:avLst/>
              <a:gdLst/>
              <a:ahLst/>
              <a:cxnLst/>
              <a:rect l="l" t="t" r="r" b="b"/>
              <a:pathLst>
                <a:path w="2928620" h="2940050">
                  <a:moveTo>
                    <a:pt x="2928620" y="2940050"/>
                  </a:moveTo>
                  <a:lnTo>
                    <a:pt x="0" y="2940050"/>
                  </a:lnTo>
                  <a:lnTo>
                    <a:pt x="0" y="0"/>
                  </a:lnTo>
                  <a:lnTo>
                    <a:pt x="2928620" y="0"/>
                  </a:lnTo>
                  <a:lnTo>
                    <a:pt x="2928620" y="2940050"/>
                  </a:lnTo>
                  <a:lnTo>
                    <a:pt x="2928620" y="2940050"/>
                  </a:lnTo>
                  <a:close/>
                </a:path>
              </a:pathLst>
            </a:custGeom>
            <a:blipFill>
              <a:blip r:embed="rId4"/>
              <a:stretch>
                <a:fillRect l="-25339" r="-25339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54610" y="439420"/>
              <a:ext cx="3173730" cy="5429250"/>
            </a:xfrm>
            <a:custGeom>
              <a:avLst/>
              <a:gdLst/>
              <a:ahLst/>
              <a:cxnLst/>
              <a:rect l="l" t="t" r="r" b="b"/>
              <a:pathLst>
                <a:path w="3173730" h="5429250">
                  <a:moveTo>
                    <a:pt x="3117850" y="751840"/>
                  </a:moveTo>
                  <a:lnTo>
                    <a:pt x="3117850" y="716280"/>
                  </a:lnTo>
                  <a:lnTo>
                    <a:pt x="3129280" y="716280"/>
                  </a:lnTo>
                  <a:lnTo>
                    <a:pt x="3129280" y="740410"/>
                  </a:lnTo>
                  <a:lnTo>
                    <a:pt x="3140710" y="740410"/>
                  </a:lnTo>
                  <a:lnTo>
                    <a:pt x="3140710" y="717550"/>
                  </a:lnTo>
                  <a:lnTo>
                    <a:pt x="3152140" y="717550"/>
                  </a:lnTo>
                  <a:lnTo>
                    <a:pt x="3152140" y="740410"/>
                  </a:lnTo>
                  <a:lnTo>
                    <a:pt x="3173730" y="740410"/>
                  </a:lnTo>
                  <a:lnTo>
                    <a:pt x="3173730" y="751840"/>
                  </a:lnTo>
                  <a:lnTo>
                    <a:pt x="3117850" y="751840"/>
                  </a:lnTo>
                  <a:close/>
                  <a:moveTo>
                    <a:pt x="3117850" y="702310"/>
                  </a:moveTo>
                  <a:lnTo>
                    <a:pt x="3117850" y="690880"/>
                  </a:lnTo>
                  <a:lnTo>
                    <a:pt x="3171190" y="690880"/>
                  </a:lnTo>
                  <a:lnTo>
                    <a:pt x="3171190" y="702310"/>
                  </a:lnTo>
                  <a:lnTo>
                    <a:pt x="3117850" y="702310"/>
                  </a:lnTo>
                  <a:close/>
                  <a:moveTo>
                    <a:pt x="3117850" y="674370"/>
                  </a:moveTo>
                  <a:lnTo>
                    <a:pt x="3117850" y="662940"/>
                  </a:lnTo>
                  <a:lnTo>
                    <a:pt x="3161030" y="662940"/>
                  </a:lnTo>
                  <a:lnTo>
                    <a:pt x="3161030" y="640080"/>
                  </a:lnTo>
                  <a:lnTo>
                    <a:pt x="3172460" y="640080"/>
                  </a:lnTo>
                  <a:lnTo>
                    <a:pt x="3172460" y="674370"/>
                  </a:lnTo>
                  <a:lnTo>
                    <a:pt x="3117850" y="674370"/>
                  </a:lnTo>
                  <a:close/>
                  <a:moveTo>
                    <a:pt x="3117850" y="628650"/>
                  </a:moveTo>
                  <a:lnTo>
                    <a:pt x="3117850" y="610870"/>
                  </a:lnTo>
                  <a:lnTo>
                    <a:pt x="3153410" y="598170"/>
                  </a:lnTo>
                  <a:lnTo>
                    <a:pt x="3153410" y="598170"/>
                  </a:lnTo>
                  <a:lnTo>
                    <a:pt x="3117850" y="585470"/>
                  </a:lnTo>
                  <a:lnTo>
                    <a:pt x="3117850" y="567690"/>
                  </a:lnTo>
                  <a:lnTo>
                    <a:pt x="3171190" y="567690"/>
                  </a:lnTo>
                  <a:lnTo>
                    <a:pt x="3171190" y="579120"/>
                  </a:lnTo>
                  <a:lnTo>
                    <a:pt x="3129280" y="579120"/>
                  </a:lnTo>
                  <a:lnTo>
                    <a:pt x="3129280" y="579120"/>
                  </a:lnTo>
                  <a:lnTo>
                    <a:pt x="3171190" y="593090"/>
                  </a:lnTo>
                  <a:lnTo>
                    <a:pt x="3171190" y="601980"/>
                  </a:lnTo>
                  <a:lnTo>
                    <a:pt x="3129280" y="615950"/>
                  </a:lnTo>
                  <a:lnTo>
                    <a:pt x="3129280" y="615950"/>
                  </a:lnTo>
                  <a:lnTo>
                    <a:pt x="3171190" y="615950"/>
                  </a:lnTo>
                  <a:lnTo>
                    <a:pt x="3171190" y="627380"/>
                  </a:lnTo>
                  <a:lnTo>
                    <a:pt x="3117850" y="628650"/>
                  </a:lnTo>
                  <a:lnTo>
                    <a:pt x="3117850" y="628650"/>
                  </a:lnTo>
                  <a:close/>
                  <a:moveTo>
                    <a:pt x="3117850" y="523240"/>
                  </a:moveTo>
                  <a:lnTo>
                    <a:pt x="3117850" y="506730"/>
                  </a:lnTo>
                  <a:lnTo>
                    <a:pt x="3155950" y="483870"/>
                  </a:lnTo>
                  <a:lnTo>
                    <a:pt x="3155950" y="483870"/>
                  </a:lnTo>
                  <a:lnTo>
                    <a:pt x="3117850" y="483870"/>
                  </a:lnTo>
                  <a:lnTo>
                    <a:pt x="3117850" y="472440"/>
                  </a:lnTo>
                  <a:lnTo>
                    <a:pt x="3171190" y="472440"/>
                  </a:lnTo>
                  <a:lnTo>
                    <a:pt x="3171190" y="487680"/>
                  </a:lnTo>
                  <a:lnTo>
                    <a:pt x="3133090" y="511810"/>
                  </a:lnTo>
                  <a:lnTo>
                    <a:pt x="3133090" y="511810"/>
                  </a:lnTo>
                  <a:lnTo>
                    <a:pt x="3171190" y="511810"/>
                  </a:lnTo>
                  <a:lnTo>
                    <a:pt x="3171190" y="523240"/>
                  </a:lnTo>
                  <a:lnTo>
                    <a:pt x="3117850" y="523240"/>
                  </a:lnTo>
                  <a:close/>
                  <a:moveTo>
                    <a:pt x="3117850" y="454660"/>
                  </a:moveTo>
                  <a:lnTo>
                    <a:pt x="3117850" y="417830"/>
                  </a:lnTo>
                  <a:lnTo>
                    <a:pt x="3129280" y="417830"/>
                  </a:lnTo>
                  <a:lnTo>
                    <a:pt x="3129280" y="443230"/>
                  </a:lnTo>
                  <a:lnTo>
                    <a:pt x="3139440" y="443230"/>
                  </a:lnTo>
                  <a:lnTo>
                    <a:pt x="3139440" y="420370"/>
                  </a:lnTo>
                  <a:lnTo>
                    <a:pt x="3150870" y="420370"/>
                  </a:lnTo>
                  <a:lnTo>
                    <a:pt x="3150870" y="443230"/>
                  </a:lnTo>
                  <a:lnTo>
                    <a:pt x="3162300" y="443230"/>
                  </a:lnTo>
                  <a:lnTo>
                    <a:pt x="3162300" y="416560"/>
                  </a:lnTo>
                  <a:lnTo>
                    <a:pt x="3173730" y="416560"/>
                  </a:lnTo>
                  <a:lnTo>
                    <a:pt x="3173730" y="454660"/>
                  </a:lnTo>
                  <a:lnTo>
                    <a:pt x="3117850" y="454660"/>
                  </a:lnTo>
                  <a:close/>
                  <a:moveTo>
                    <a:pt x="3167380" y="353060"/>
                  </a:moveTo>
                  <a:cubicBezTo>
                    <a:pt x="3168650" y="356870"/>
                    <a:pt x="3169920" y="360680"/>
                    <a:pt x="3171190" y="364490"/>
                  </a:cubicBezTo>
                  <a:cubicBezTo>
                    <a:pt x="3172460" y="368300"/>
                    <a:pt x="3172460" y="372110"/>
                    <a:pt x="3172460" y="375920"/>
                  </a:cubicBezTo>
                  <a:cubicBezTo>
                    <a:pt x="3172460" y="379730"/>
                    <a:pt x="3171190" y="383540"/>
                    <a:pt x="3169920" y="387350"/>
                  </a:cubicBezTo>
                  <a:cubicBezTo>
                    <a:pt x="3168650" y="391160"/>
                    <a:pt x="3166110" y="393700"/>
                    <a:pt x="3164840" y="396240"/>
                  </a:cubicBezTo>
                  <a:cubicBezTo>
                    <a:pt x="3163570" y="398780"/>
                    <a:pt x="3159760" y="401320"/>
                    <a:pt x="3155950" y="402590"/>
                  </a:cubicBezTo>
                  <a:cubicBezTo>
                    <a:pt x="3152140" y="403860"/>
                    <a:pt x="3148330" y="405130"/>
                    <a:pt x="3144520" y="405130"/>
                  </a:cubicBezTo>
                  <a:cubicBezTo>
                    <a:pt x="3140710" y="405130"/>
                    <a:pt x="3136900" y="403860"/>
                    <a:pt x="3133090" y="402590"/>
                  </a:cubicBezTo>
                  <a:cubicBezTo>
                    <a:pt x="3129280" y="401320"/>
                    <a:pt x="3126740" y="398780"/>
                    <a:pt x="3124200" y="396240"/>
                  </a:cubicBezTo>
                  <a:cubicBezTo>
                    <a:pt x="3121660" y="393700"/>
                    <a:pt x="3120390" y="391160"/>
                    <a:pt x="3119121" y="387350"/>
                  </a:cubicBezTo>
                  <a:cubicBezTo>
                    <a:pt x="3117850" y="383540"/>
                    <a:pt x="3116581" y="379730"/>
                    <a:pt x="3116581" y="375920"/>
                  </a:cubicBezTo>
                  <a:cubicBezTo>
                    <a:pt x="3116581" y="372110"/>
                    <a:pt x="3116581" y="367030"/>
                    <a:pt x="3117851" y="364490"/>
                  </a:cubicBezTo>
                  <a:cubicBezTo>
                    <a:pt x="3119121" y="360680"/>
                    <a:pt x="3120391" y="358140"/>
                    <a:pt x="3122931" y="354330"/>
                  </a:cubicBezTo>
                  <a:lnTo>
                    <a:pt x="3131821" y="363220"/>
                  </a:lnTo>
                  <a:cubicBezTo>
                    <a:pt x="3130550" y="364490"/>
                    <a:pt x="3129281" y="367030"/>
                    <a:pt x="3128010" y="368300"/>
                  </a:cubicBezTo>
                  <a:cubicBezTo>
                    <a:pt x="3126740" y="370840"/>
                    <a:pt x="3126740" y="373380"/>
                    <a:pt x="3126740" y="375920"/>
                  </a:cubicBezTo>
                  <a:cubicBezTo>
                    <a:pt x="3126740" y="378460"/>
                    <a:pt x="3126740" y="381000"/>
                    <a:pt x="3128010" y="382270"/>
                  </a:cubicBezTo>
                  <a:cubicBezTo>
                    <a:pt x="3129281" y="384810"/>
                    <a:pt x="3130550" y="386080"/>
                    <a:pt x="3131821" y="387350"/>
                  </a:cubicBezTo>
                  <a:cubicBezTo>
                    <a:pt x="3133091" y="388620"/>
                    <a:pt x="3135631" y="389890"/>
                    <a:pt x="3136900" y="391160"/>
                  </a:cubicBezTo>
                  <a:cubicBezTo>
                    <a:pt x="3138170" y="392430"/>
                    <a:pt x="3140710" y="392430"/>
                    <a:pt x="3143250" y="392430"/>
                  </a:cubicBezTo>
                  <a:cubicBezTo>
                    <a:pt x="3145790" y="392430"/>
                    <a:pt x="3148330" y="392430"/>
                    <a:pt x="3149600" y="391160"/>
                  </a:cubicBezTo>
                  <a:cubicBezTo>
                    <a:pt x="3150871" y="389890"/>
                    <a:pt x="3153410" y="388620"/>
                    <a:pt x="3154680" y="387350"/>
                  </a:cubicBezTo>
                  <a:cubicBezTo>
                    <a:pt x="3155950" y="386080"/>
                    <a:pt x="3157220" y="383540"/>
                    <a:pt x="3158490" y="382270"/>
                  </a:cubicBezTo>
                  <a:cubicBezTo>
                    <a:pt x="3159760" y="379730"/>
                    <a:pt x="3159760" y="378460"/>
                    <a:pt x="3159760" y="375920"/>
                  </a:cubicBezTo>
                  <a:cubicBezTo>
                    <a:pt x="3159760" y="373380"/>
                    <a:pt x="3159760" y="370840"/>
                    <a:pt x="3158490" y="369570"/>
                  </a:cubicBezTo>
                  <a:cubicBezTo>
                    <a:pt x="3157220" y="368300"/>
                    <a:pt x="3157220" y="365760"/>
                    <a:pt x="3157220" y="364490"/>
                  </a:cubicBezTo>
                  <a:lnTo>
                    <a:pt x="3148330" y="364490"/>
                  </a:lnTo>
                  <a:lnTo>
                    <a:pt x="3148330" y="374650"/>
                  </a:lnTo>
                  <a:lnTo>
                    <a:pt x="3136900" y="374650"/>
                  </a:lnTo>
                  <a:lnTo>
                    <a:pt x="3136900" y="353060"/>
                  </a:lnTo>
                  <a:cubicBezTo>
                    <a:pt x="3136900" y="353060"/>
                    <a:pt x="3167380" y="353060"/>
                    <a:pt x="3167380" y="353060"/>
                  </a:cubicBezTo>
                  <a:close/>
                  <a:moveTo>
                    <a:pt x="3117850" y="325120"/>
                  </a:moveTo>
                  <a:lnTo>
                    <a:pt x="3117850" y="314960"/>
                  </a:lnTo>
                  <a:lnTo>
                    <a:pt x="3171190" y="292100"/>
                  </a:lnTo>
                  <a:lnTo>
                    <a:pt x="3171190" y="306070"/>
                  </a:lnTo>
                  <a:lnTo>
                    <a:pt x="3159760" y="311150"/>
                  </a:lnTo>
                  <a:lnTo>
                    <a:pt x="3159760" y="331470"/>
                  </a:lnTo>
                  <a:lnTo>
                    <a:pt x="3171190" y="335280"/>
                  </a:lnTo>
                  <a:lnTo>
                    <a:pt x="3171190" y="347980"/>
                  </a:lnTo>
                  <a:lnTo>
                    <a:pt x="3117850" y="325120"/>
                  </a:lnTo>
                  <a:close/>
                  <a:moveTo>
                    <a:pt x="3133090" y="320040"/>
                  </a:moveTo>
                  <a:lnTo>
                    <a:pt x="3149600" y="326390"/>
                  </a:lnTo>
                  <a:lnTo>
                    <a:pt x="3149600" y="313690"/>
                  </a:lnTo>
                  <a:lnTo>
                    <a:pt x="3133090" y="320040"/>
                  </a:lnTo>
                  <a:close/>
                  <a:moveTo>
                    <a:pt x="3128010" y="278130"/>
                  </a:moveTo>
                  <a:lnTo>
                    <a:pt x="3128010" y="293370"/>
                  </a:lnTo>
                  <a:lnTo>
                    <a:pt x="3117850" y="293370"/>
                  </a:lnTo>
                  <a:lnTo>
                    <a:pt x="3117850" y="250190"/>
                  </a:lnTo>
                  <a:lnTo>
                    <a:pt x="3128010" y="250190"/>
                  </a:lnTo>
                  <a:lnTo>
                    <a:pt x="3128010" y="265430"/>
                  </a:lnTo>
                  <a:lnTo>
                    <a:pt x="3171190" y="265430"/>
                  </a:lnTo>
                  <a:lnTo>
                    <a:pt x="3171190" y="276860"/>
                  </a:lnTo>
                  <a:lnTo>
                    <a:pt x="3128010" y="278130"/>
                  </a:lnTo>
                  <a:lnTo>
                    <a:pt x="3128010" y="278130"/>
                  </a:lnTo>
                  <a:close/>
                  <a:moveTo>
                    <a:pt x="3117850" y="240030"/>
                  </a:moveTo>
                  <a:lnTo>
                    <a:pt x="3117850" y="228600"/>
                  </a:lnTo>
                  <a:lnTo>
                    <a:pt x="3171190" y="228600"/>
                  </a:lnTo>
                  <a:lnTo>
                    <a:pt x="3171190" y="240030"/>
                  </a:lnTo>
                  <a:lnTo>
                    <a:pt x="3117850" y="240030"/>
                  </a:lnTo>
                  <a:close/>
                  <a:moveTo>
                    <a:pt x="3117850" y="217170"/>
                  </a:moveTo>
                  <a:lnTo>
                    <a:pt x="3117850" y="203200"/>
                  </a:lnTo>
                  <a:lnTo>
                    <a:pt x="3153410" y="190500"/>
                  </a:lnTo>
                  <a:lnTo>
                    <a:pt x="3153410" y="190500"/>
                  </a:lnTo>
                  <a:lnTo>
                    <a:pt x="3117850" y="176530"/>
                  </a:lnTo>
                  <a:lnTo>
                    <a:pt x="3117850" y="163830"/>
                  </a:lnTo>
                  <a:lnTo>
                    <a:pt x="3171190" y="186690"/>
                  </a:lnTo>
                  <a:lnTo>
                    <a:pt x="3171190" y="195580"/>
                  </a:lnTo>
                  <a:lnTo>
                    <a:pt x="3117850" y="217170"/>
                  </a:lnTo>
                  <a:close/>
                  <a:moveTo>
                    <a:pt x="3117850" y="152400"/>
                  </a:moveTo>
                  <a:lnTo>
                    <a:pt x="3117850" y="115570"/>
                  </a:lnTo>
                  <a:lnTo>
                    <a:pt x="3129280" y="115570"/>
                  </a:lnTo>
                  <a:lnTo>
                    <a:pt x="3129280" y="140970"/>
                  </a:lnTo>
                  <a:lnTo>
                    <a:pt x="3139440" y="140970"/>
                  </a:lnTo>
                  <a:lnTo>
                    <a:pt x="3139440" y="118110"/>
                  </a:lnTo>
                  <a:lnTo>
                    <a:pt x="3150870" y="118110"/>
                  </a:lnTo>
                  <a:lnTo>
                    <a:pt x="3150870" y="140970"/>
                  </a:lnTo>
                  <a:lnTo>
                    <a:pt x="3162300" y="140970"/>
                  </a:lnTo>
                  <a:lnTo>
                    <a:pt x="3162300" y="114300"/>
                  </a:lnTo>
                  <a:lnTo>
                    <a:pt x="3173730" y="114300"/>
                  </a:lnTo>
                  <a:lnTo>
                    <a:pt x="3173730" y="152400"/>
                  </a:lnTo>
                  <a:lnTo>
                    <a:pt x="3117850" y="152400"/>
                  </a:lnTo>
                  <a:close/>
                  <a:moveTo>
                    <a:pt x="3117850" y="3089910"/>
                  </a:moveTo>
                  <a:lnTo>
                    <a:pt x="3117850" y="3053080"/>
                  </a:lnTo>
                  <a:lnTo>
                    <a:pt x="3129280" y="3053080"/>
                  </a:lnTo>
                  <a:lnTo>
                    <a:pt x="3129280" y="3077210"/>
                  </a:lnTo>
                  <a:lnTo>
                    <a:pt x="3140710" y="3077210"/>
                  </a:lnTo>
                  <a:lnTo>
                    <a:pt x="3140710" y="3054350"/>
                  </a:lnTo>
                  <a:lnTo>
                    <a:pt x="3152140" y="3054350"/>
                  </a:lnTo>
                  <a:lnTo>
                    <a:pt x="3152140" y="3077210"/>
                  </a:lnTo>
                  <a:lnTo>
                    <a:pt x="3173730" y="3077210"/>
                  </a:lnTo>
                  <a:lnTo>
                    <a:pt x="3173730" y="3088640"/>
                  </a:lnTo>
                  <a:lnTo>
                    <a:pt x="3117850" y="3088640"/>
                  </a:lnTo>
                  <a:lnTo>
                    <a:pt x="3117850" y="3089910"/>
                  </a:lnTo>
                  <a:close/>
                  <a:moveTo>
                    <a:pt x="3117850" y="3040380"/>
                  </a:moveTo>
                  <a:lnTo>
                    <a:pt x="3117850" y="3028950"/>
                  </a:lnTo>
                  <a:lnTo>
                    <a:pt x="3171190" y="3028950"/>
                  </a:lnTo>
                  <a:lnTo>
                    <a:pt x="3171190" y="3040380"/>
                  </a:lnTo>
                  <a:lnTo>
                    <a:pt x="3117850" y="3040380"/>
                  </a:lnTo>
                  <a:close/>
                  <a:moveTo>
                    <a:pt x="3117850" y="3012440"/>
                  </a:moveTo>
                  <a:lnTo>
                    <a:pt x="3117850" y="3001010"/>
                  </a:lnTo>
                  <a:lnTo>
                    <a:pt x="3161030" y="3001010"/>
                  </a:lnTo>
                  <a:lnTo>
                    <a:pt x="3161030" y="2979420"/>
                  </a:lnTo>
                  <a:lnTo>
                    <a:pt x="3172460" y="2979420"/>
                  </a:lnTo>
                  <a:lnTo>
                    <a:pt x="3172460" y="3013710"/>
                  </a:lnTo>
                  <a:lnTo>
                    <a:pt x="3117850" y="3013710"/>
                  </a:lnTo>
                  <a:lnTo>
                    <a:pt x="3117850" y="3012440"/>
                  </a:lnTo>
                  <a:close/>
                  <a:moveTo>
                    <a:pt x="3117850" y="2966720"/>
                  </a:moveTo>
                  <a:lnTo>
                    <a:pt x="3117850" y="2948940"/>
                  </a:lnTo>
                  <a:lnTo>
                    <a:pt x="3153410" y="2936240"/>
                  </a:lnTo>
                  <a:lnTo>
                    <a:pt x="3153410" y="2936240"/>
                  </a:lnTo>
                  <a:lnTo>
                    <a:pt x="3117850" y="2923540"/>
                  </a:lnTo>
                  <a:lnTo>
                    <a:pt x="3117850" y="2905760"/>
                  </a:lnTo>
                  <a:lnTo>
                    <a:pt x="3171190" y="2905760"/>
                  </a:lnTo>
                  <a:lnTo>
                    <a:pt x="3171190" y="2917190"/>
                  </a:lnTo>
                  <a:lnTo>
                    <a:pt x="3129280" y="2917190"/>
                  </a:lnTo>
                  <a:lnTo>
                    <a:pt x="3129280" y="2917190"/>
                  </a:lnTo>
                  <a:lnTo>
                    <a:pt x="3171190" y="2931160"/>
                  </a:lnTo>
                  <a:lnTo>
                    <a:pt x="3171190" y="2940050"/>
                  </a:lnTo>
                  <a:lnTo>
                    <a:pt x="3129280" y="2954021"/>
                  </a:lnTo>
                  <a:lnTo>
                    <a:pt x="3129280" y="2954021"/>
                  </a:lnTo>
                  <a:lnTo>
                    <a:pt x="3171190" y="2954021"/>
                  </a:lnTo>
                  <a:lnTo>
                    <a:pt x="3171190" y="2965450"/>
                  </a:lnTo>
                  <a:lnTo>
                    <a:pt x="3117850" y="2966720"/>
                  </a:lnTo>
                  <a:lnTo>
                    <a:pt x="3117850" y="2966720"/>
                  </a:lnTo>
                  <a:close/>
                  <a:moveTo>
                    <a:pt x="3117850" y="2861310"/>
                  </a:moveTo>
                  <a:lnTo>
                    <a:pt x="3117850" y="2844800"/>
                  </a:lnTo>
                  <a:lnTo>
                    <a:pt x="3155950" y="2821940"/>
                  </a:lnTo>
                  <a:lnTo>
                    <a:pt x="3155950" y="2821940"/>
                  </a:lnTo>
                  <a:lnTo>
                    <a:pt x="3117850" y="2821940"/>
                  </a:lnTo>
                  <a:lnTo>
                    <a:pt x="3117850" y="2810510"/>
                  </a:lnTo>
                  <a:lnTo>
                    <a:pt x="3171190" y="2810510"/>
                  </a:lnTo>
                  <a:lnTo>
                    <a:pt x="3171190" y="2825750"/>
                  </a:lnTo>
                  <a:lnTo>
                    <a:pt x="3133090" y="2849880"/>
                  </a:lnTo>
                  <a:lnTo>
                    <a:pt x="3133090" y="2849880"/>
                  </a:lnTo>
                  <a:lnTo>
                    <a:pt x="3171190" y="2849880"/>
                  </a:lnTo>
                  <a:lnTo>
                    <a:pt x="3171190" y="2861310"/>
                  </a:lnTo>
                  <a:lnTo>
                    <a:pt x="3117850" y="2861310"/>
                  </a:lnTo>
                  <a:lnTo>
                    <a:pt x="3117850" y="2861310"/>
                  </a:lnTo>
                  <a:close/>
                  <a:moveTo>
                    <a:pt x="3117850" y="2792730"/>
                  </a:moveTo>
                  <a:lnTo>
                    <a:pt x="3117850" y="2755900"/>
                  </a:lnTo>
                  <a:lnTo>
                    <a:pt x="3129280" y="2755900"/>
                  </a:lnTo>
                  <a:lnTo>
                    <a:pt x="3129280" y="2781300"/>
                  </a:lnTo>
                  <a:lnTo>
                    <a:pt x="3139440" y="2781300"/>
                  </a:lnTo>
                  <a:lnTo>
                    <a:pt x="3139440" y="2758440"/>
                  </a:lnTo>
                  <a:lnTo>
                    <a:pt x="3150870" y="2758440"/>
                  </a:lnTo>
                  <a:lnTo>
                    <a:pt x="3150870" y="2781300"/>
                  </a:lnTo>
                  <a:lnTo>
                    <a:pt x="3162300" y="2781300"/>
                  </a:lnTo>
                  <a:lnTo>
                    <a:pt x="3162300" y="2754630"/>
                  </a:lnTo>
                  <a:lnTo>
                    <a:pt x="3173730" y="2754630"/>
                  </a:lnTo>
                  <a:lnTo>
                    <a:pt x="3173730" y="2792730"/>
                  </a:lnTo>
                  <a:lnTo>
                    <a:pt x="3117850" y="2792730"/>
                  </a:lnTo>
                  <a:close/>
                  <a:moveTo>
                    <a:pt x="3167380" y="2691130"/>
                  </a:moveTo>
                  <a:cubicBezTo>
                    <a:pt x="3168650" y="2694940"/>
                    <a:pt x="3169920" y="2698750"/>
                    <a:pt x="3171190" y="2702560"/>
                  </a:cubicBezTo>
                  <a:cubicBezTo>
                    <a:pt x="3172460" y="2706370"/>
                    <a:pt x="3172460" y="2710180"/>
                    <a:pt x="3172460" y="2713990"/>
                  </a:cubicBezTo>
                  <a:cubicBezTo>
                    <a:pt x="3172460" y="2717800"/>
                    <a:pt x="3171190" y="2721610"/>
                    <a:pt x="3169920" y="2725420"/>
                  </a:cubicBezTo>
                  <a:cubicBezTo>
                    <a:pt x="3168650" y="2729230"/>
                    <a:pt x="3166110" y="2731770"/>
                    <a:pt x="3164840" y="2734310"/>
                  </a:cubicBezTo>
                  <a:cubicBezTo>
                    <a:pt x="3163570" y="2736850"/>
                    <a:pt x="3159760" y="2739390"/>
                    <a:pt x="3155950" y="2740660"/>
                  </a:cubicBezTo>
                  <a:cubicBezTo>
                    <a:pt x="3152140" y="2741930"/>
                    <a:pt x="3148330" y="2743200"/>
                    <a:pt x="3144520" y="2743200"/>
                  </a:cubicBezTo>
                  <a:cubicBezTo>
                    <a:pt x="3140710" y="2743200"/>
                    <a:pt x="3136900" y="2741930"/>
                    <a:pt x="3133090" y="2740660"/>
                  </a:cubicBezTo>
                  <a:cubicBezTo>
                    <a:pt x="3129280" y="2739390"/>
                    <a:pt x="3126740" y="2736850"/>
                    <a:pt x="3124200" y="2734310"/>
                  </a:cubicBezTo>
                  <a:cubicBezTo>
                    <a:pt x="3121660" y="2731770"/>
                    <a:pt x="3120390" y="2729230"/>
                    <a:pt x="3119121" y="2725420"/>
                  </a:cubicBezTo>
                  <a:cubicBezTo>
                    <a:pt x="3117850" y="2721610"/>
                    <a:pt x="3116581" y="2717800"/>
                    <a:pt x="3116581" y="2713990"/>
                  </a:cubicBezTo>
                  <a:cubicBezTo>
                    <a:pt x="3116581" y="2710180"/>
                    <a:pt x="3116581" y="2705100"/>
                    <a:pt x="3117851" y="2702560"/>
                  </a:cubicBezTo>
                  <a:cubicBezTo>
                    <a:pt x="3119121" y="2698750"/>
                    <a:pt x="3120391" y="2696210"/>
                    <a:pt x="3122931" y="2692400"/>
                  </a:cubicBezTo>
                  <a:lnTo>
                    <a:pt x="3131821" y="2701290"/>
                  </a:lnTo>
                  <a:cubicBezTo>
                    <a:pt x="3130550" y="2702560"/>
                    <a:pt x="3129281" y="2705100"/>
                    <a:pt x="3128010" y="2706370"/>
                  </a:cubicBezTo>
                  <a:cubicBezTo>
                    <a:pt x="3126740" y="2708910"/>
                    <a:pt x="3126740" y="2711450"/>
                    <a:pt x="3126740" y="2713990"/>
                  </a:cubicBezTo>
                  <a:cubicBezTo>
                    <a:pt x="3126740" y="2716530"/>
                    <a:pt x="3126740" y="2719070"/>
                    <a:pt x="3128010" y="2720340"/>
                  </a:cubicBezTo>
                  <a:cubicBezTo>
                    <a:pt x="3129281" y="2722880"/>
                    <a:pt x="3130550" y="2724150"/>
                    <a:pt x="3131821" y="2725420"/>
                  </a:cubicBezTo>
                  <a:cubicBezTo>
                    <a:pt x="3133091" y="2726690"/>
                    <a:pt x="3135631" y="2727960"/>
                    <a:pt x="3136900" y="2729230"/>
                  </a:cubicBezTo>
                  <a:cubicBezTo>
                    <a:pt x="3138170" y="2730500"/>
                    <a:pt x="3140710" y="2730500"/>
                    <a:pt x="3143250" y="2730500"/>
                  </a:cubicBezTo>
                  <a:cubicBezTo>
                    <a:pt x="3145790" y="2730500"/>
                    <a:pt x="3148330" y="2730500"/>
                    <a:pt x="3149600" y="2729230"/>
                  </a:cubicBezTo>
                  <a:cubicBezTo>
                    <a:pt x="3150871" y="2727960"/>
                    <a:pt x="3153410" y="2726690"/>
                    <a:pt x="3154680" y="2725420"/>
                  </a:cubicBezTo>
                  <a:cubicBezTo>
                    <a:pt x="3155950" y="2724150"/>
                    <a:pt x="3157220" y="2721610"/>
                    <a:pt x="3158490" y="2720340"/>
                  </a:cubicBezTo>
                  <a:cubicBezTo>
                    <a:pt x="3159760" y="2717800"/>
                    <a:pt x="3159760" y="2716530"/>
                    <a:pt x="3159760" y="2713990"/>
                  </a:cubicBezTo>
                  <a:cubicBezTo>
                    <a:pt x="3159760" y="2711450"/>
                    <a:pt x="3159760" y="2708910"/>
                    <a:pt x="3158490" y="2707640"/>
                  </a:cubicBezTo>
                  <a:cubicBezTo>
                    <a:pt x="3157220" y="2706370"/>
                    <a:pt x="3157220" y="2703830"/>
                    <a:pt x="3157220" y="2702560"/>
                  </a:cubicBezTo>
                  <a:lnTo>
                    <a:pt x="3148330" y="2702560"/>
                  </a:lnTo>
                  <a:lnTo>
                    <a:pt x="3148330" y="2712720"/>
                  </a:lnTo>
                  <a:lnTo>
                    <a:pt x="3136900" y="2712720"/>
                  </a:lnTo>
                  <a:lnTo>
                    <a:pt x="3136900" y="2691130"/>
                  </a:lnTo>
                  <a:lnTo>
                    <a:pt x="3167380" y="2691130"/>
                  </a:lnTo>
                  <a:close/>
                  <a:moveTo>
                    <a:pt x="3117850" y="2663190"/>
                  </a:moveTo>
                  <a:lnTo>
                    <a:pt x="3117850" y="2653030"/>
                  </a:lnTo>
                  <a:lnTo>
                    <a:pt x="3171190" y="2630170"/>
                  </a:lnTo>
                  <a:lnTo>
                    <a:pt x="3171190" y="2644140"/>
                  </a:lnTo>
                  <a:lnTo>
                    <a:pt x="3159760" y="2649220"/>
                  </a:lnTo>
                  <a:lnTo>
                    <a:pt x="3159760" y="2669540"/>
                  </a:lnTo>
                  <a:lnTo>
                    <a:pt x="3171190" y="2674620"/>
                  </a:lnTo>
                  <a:lnTo>
                    <a:pt x="3171190" y="2687320"/>
                  </a:lnTo>
                  <a:lnTo>
                    <a:pt x="3117850" y="2663190"/>
                  </a:lnTo>
                  <a:close/>
                  <a:moveTo>
                    <a:pt x="3133090" y="2658110"/>
                  </a:moveTo>
                  <a:lnTo>
                    <a:pt x="3149600" y="2664460"/>
                  </a:lnTo>
                  <a:lnTo>
                    <a:pt x="3149600" y="2651760"/>
                  </a:lnTo>
                  <a:lnTo>
                    <a:pt x="3133090" y="2658110"/>
                  </a:lnTo>
                  <a:close/>
                  <a:moveTo>
                    <a:pt x="3128010" y="2616200"/>
                  </a:moveTo>
                  <a:lnTo>
                    <a:pt x="3128010" y="2631440"/>
                  </a:lnTo>
                  <a:lnTo>
                    <a:pt x="3117850" y="2631440"/>
                  </a:lnTo>
                  <a:lnTo>
                    <a:pt x="3117850" y="2588260"/>
                  </a:lnTo>
                  <a:lnTo>
                    <a:pt x="3128010" y="2588260"/>
                  </a:lnTo>
                  <a:lnTo>
                    <a:pt x="3128010" y="2603500"/>
                  </a:lnTo>
                  <a:lnTo>
                    <a:pt x="3171190" y="2603500"/>
                  </a:lnTo>
                  <a:lnTo>
                    <a:pt x="3171190" y="2614930"/>
                  </a:lnTo>
                  <a:lnTo>
                    <a:pt x="3128010" y="2614930"/>
                  </a:lnTo>
                  <a:lnTo>
                    <a:pt x="3128010" y="2616200"/>
                  </a:lnTo>
                  <a:close/>
                  <a:moveTo>
                    <a:pt x="3117850" y="2578100"/>
                  </a:moveTo>
                  <a:lnTo>
                    <a:pt x="3117850" y="2566670"/>
                  </a:lnTo>
                  <a:lnTo>
                    <a:pt x="3171190" y="2566670"/>
                  </a:lnTo>
                  <a:lnTo>
                    <a:pt x="3171190" y="2578100"/>
                  </a:lnTo>
                  <a:lnTo>
                    <a:pt x="3117850" y="2578100"/>
                  </a:lnTo>
                  <a:close/>
                  <a:moveTo>
                    <a:pt x="3117850" y="2555240"/>
                  </a:moveTo>
                  <a:lnTo>
                    <a:pt x="3117850" y="2541270"/>
                  </a:lnTo>
                  <a:lnTo>
                    <a:pt x="3153410" y="2528570"/>
                  </a:lnTo>
                  <a:lnTo>
                    <a:pt x="3153410" y="2528570"/>
                  </a:lnTo>
                  <a:lnTo>
                    <a:pt x="3117850" y="2514600"/>
                  </a:lnTo>
                  <a:lnTo>
                    <a:pt x="3117850" y="2501900"/>
                  </a:lnTo>
                  <a:lnTo>
                    <a:pt x="3171190" y="2524760"/>
                  </a:lnTo>
                  <a:lnTo>
                    <a:pt x="3171190" y="2534920"/>
                  </a:lnTo>
                  <a:lnTo>
                    <a:pt x="3117850" y="2555240"/>
                  </a:lnTo>
                  <a:close/>
                  <a:moveTo>
                    <a:pt x="3117850" y="2490470"/>
                  </a:moveTo>
                  <a:lnTo>
                    <a:pt x="3117850" y="2453640"/>
                  </a:lnTo>
                  <a:lnTo>
                    <a:pt x="3129280" y="2453640"/>
                  </a:lnTo>
                  <a:lnTo>
                    <a:pt x="3129280" y="2479040"/>
                  </a:lnTo>
                  <a:lnTo>
                    <a:pt x="3139440" y="2479040"/>
                  </a:lnTo>
                  <a:lnTo>
                    <a:pt x="3139440" y="2456180"/>
                  </a:lnTo>
                  <a:lnTo>
                    <a:pt x="3150870" y="2456180"/>
                  </a:lnTo>
                  <a:lnTo>
                    <a:pt x="3150870" y="2479040"/>
                  </a:lnTo>
                  <a:lnTo>
                    <a:pt x="3162300" y="2479040"/>
                  </a:lnTo>
                  <a:lnTo>
                    <a:pt x="3162300" y="2452370"/>
                  </a:lnTo>
                  <a:lnTo>
                    <a:pt x="3173730" y="2452370"/>
                  </a:lnTo>
                  <a:lnTo>
                    <a:pt x="3173730" y="2490470"/>
                  </a:lnTo>
                  <a:lnTo>
                    <a:pt x="3117850" y="2490470"/>
                  </a:lnTo>
                  <a:close/>
                  <a:moveTo>
                    <a:pt x="3117850" y="5429250"/>
                  </a:moveTo>
                  <a:lnTo>
                    <a:pt x="3117850" y="5392420"/>
                  </a:lnTo>
                  <a:lnTo>
                    <a:pt x="3129280" y="5392420"/>
                  </a:lnTo>
                  <a:lnTo>
                    <a:pt x="3129280" y="5416550"/>
                  </a:lnTo>
                  <a:lnTo>
                    <a:pt x="3140710" y="5416550"/>
                  </a:lnTo>
                  <a:lnTo>
                    <a:pt x="3140710" y="5393690"/>
                  </a:lnTo>
                  <a:lnTo>
                    <a:pt x="3152140" y="5393690"/>
                  </a:lnTo>
                  <a:lnTo>
                    <a:pt x="3152140" y="5416550"/>
                  </a:lnTo>
                  <a:lnTo>
                    <a:pt x="3173730" y="5416550"/>
                  </a:lnTo>
                  <a:lnTo>
                    <a:pt x="3173730" y="5427980"/>
                  </a:lnTo>
                  <a:lnTo>
                    <a:pt x="3117850" y="5427980"/>
                  </a:lnTo>
                  <a:lnTo>
                    <a:pt x="3117850" y="5429250"/>
                  </a:lnTo>
                  <a:close/>
                  <a:moveTo>
                    <a:pt x="3117850" y="5379720"/>
                  </a:moveTo>
                  <a:lnTo>
                    <a:pt x="3117850" y="5368290"/>
                  </a:lnTo>
                  <a:lnTo>
                    <a:pt x="3171190" y="5368290"/>
                  </a:lnTo>
                  <a:lnTo>
                    <a:pt x="3171190" y="5379720"/>
                  </a:lnTo>
                  <a:lnTo>
                    <a:pt x="3117850" y="5379720"/>
                  </a:lnTo>
                  <a:close/>
                  <a:moveTo>
                    <a:pt x="3117850" y="5351780"/>
                  </a:moveTo>
                  <a:lnTo>
                    <a:pt x="3117850" y="5339080"/>
                  </a:lnTo>
                  <a:lnTo>
                    <a:pt x="3161030" y="5339080"/>
                  </a:lnTo>
                  <a:lnTo>
                    <a:pt x="3161030" y="5317490"/>
                  </a:lnTo>
                  <a:lnTo>
                    <a:pt x="3172460" y="5317490"/>
                  </a:lnTo>
                  <a:lnTo>
                    <a:pt x="3172460" y="5351780"/>
                  </a:lnTo>
                  <a:lnTo>
                    <a:pt x="3117850" y="5351780"/>
                  </a:lnTo>
                  <a:close/>
                  <a:moveTo>
                    <a:pt x="3117850" y="5306060"/>
                  </a:moveTo>
                  <a:lnTo>
                    <a:pt x="3117850" y="5288280"/>
                  </a:lnTo>
                  <a:lnTo>
                    <a:pt x="3153410" y="5275580"/>
                  </a:lnTo>
                  <a:lnTo>
                    <a:pt x="3153410" y="5275580"/>
                  </a:lnTo>
                  <a:lnTo>
                    <a:pt x="3117850" y="5262880"/>
                  </a:lnTo>
                  <a:lnTo>
                    <a:pt x="3117850" y="5245100"/>
                  </a:lnTo>
                  <a:lnTo>
                    <a:pt x="3171190" y="5245100"/>
                  </a:lnTo>
                  <a:lnTo>
                    <a:pt x="3171190" y="5256530"/>
                  </a:lnTo>
                  <a:lnTo>
                    <a:pt x="3129280" y="5256530"/>
                  </a:lnTo>
                  <a:lnTo>
                    <a:pt x="3129280" y="5256530"/>
                  </a:lnTo>
                  <a:lnTo>
                    <a:pt x="3171190" y="5270500"/>
                  </a:lnTo>
                  <a:lnTo>
                    <a:pt x="3171190" y="5279390"/>
                  </a:lnTo>
                  <a:lnTo>
                    <a:pt x="3129280" y="5293360"/>
                  </a:lnTo>
                  <a:lnTo>
                    <a:pt x="3129280" y="5293360"/>
                  </a:lnTo>
                  <a:lnTo>
                    <a:pt x="3171190" y="5293360"/>
                  </a:lnTo>
                  <a:lnTo>
                    <a:pt x="3171190" y="5304790"/>
                  </a:lnTo>
                  <a:lnTo>
                    <a:pt x="3117850" y="5306060"/>
                  </a:lnTo>
                  <a:lnTo>
                    <a:pt x="3117850" y="5306060"/>
                  </a:lnTo>
                  <a:close/>
                  <a:moveTo>
                    <a:pt x="3117850" y="5200650"/>
                  </a:moveTo>
                  <a:lnTo>
                    <a:pt x="3117850" y="5184140"/>
                  </a:lnTo>
                  <a:lnTo>
                    <a:pt x="3155950" y="5161280"/>
                  </a:lnTo>
                  <a:lnTo>
                    <a:pt x="3155950" y="5161280"/>
                  </a:lnTo>
                  <a:lnTo>
                    <a:pt x="3117850" y="5161280"/>
                  </a:lnTo>
                  <a:lnTo>
                    <a:pt x="3117850" y="5148580"/>
                  </a:lnTo>
                  <a:lnTo>
                    <a:pt x="3171190" y="5148580"/>
                  </a:lnTo>
                  <a:lnTo>
                    <a:pt x="3171190" y="5163821"/>
                  </a:lnTo>
                  <a:lnTo>
                    <a:pt x="3133090" y="5187950"/>
                  </a:lnTo>
                  <a:lnTo>
                    <a:pt x="3133090" y="5187950"/>
                  </a:lnTo>
                  <a:lnTo>
                    <a:pt x="3171190" y="5187950"/>
                  </a:lnTo>
                  <a:lnTo>
                    <a:pt x="3171190" y="5199380"/>
                  </a:lnTo>
                  <a:lnTo>
                    <a:pt x="3117850" y="5199380"/>
                  </a:lnTo>
                  <a:lnTo>
                    <a:pt x="3117850" y="5200650"/>
                  </a:lnTo>
                  <a:close/>
                  <a:moveTo>
                    <a:pt x="3117850" y="5132070"/>
                  </a:moveTo>
                  <a:lnTo>
                    <a:pt x="3117850" y="5095240"/>
                  </a:lnTo>
                  <a:lnTo>
                    <a:pt x="3129280" y="5095240"/>
                  </a:lnTo>
                  <a:lnTo>
                    <a:pt x="3129280" y="5120640"/>
                  </a:lnTo>
                  <a:lnTo>
                    <a:pt x="3139440" y="5120640"/>
                  </a:lnTo>
                  <a:lnTo>
                    <a:pt x="3139440" y="5097780"/>
                  </a:lnTo>
                  <a:lnTo>
                    <a:pt x="3150870" y="5097780"/>
                  </a:lnTo>
                  <a:lnTo>
                    <a:pt x="3150870" y="5120640"/>
                  </a:lnTo>
                  <a:lnTo>
                    <a:pt x="3162300" y="5120640"/>
                  </a:lnTo>
                  <a:lnTo>
                    <a:pt x="3162300" y="5093970"/>
                  </a:lnTo>
                  <a:lnTo>
                    <a:pt x="3173730" y="5093970"/>
                  </a:lnTo>
                  <a:lnTo>
                    <a:pt x="3173730" y="5132070"/>
                  </a:lnTo>
                  <a:lnTo>
                    <a:pt x="3117850" y="5132070"/>
                  </a:lnTo>
                  <a:close/>
                  <a:moveTo>
                    <a:pt x="3167380" y="5030470"/>
                  </a:moveTo>
                  <a:cubicBezTo>
                    <a:pt x="3168650" y="5034280"/>
                    <a:pt x="3169920" y="5038090"/>
                    <a:pt x="3171190" y="5041900"/>
                  </a:cubicBezTo>
                  <a:cubicBezTo>
                    <a:pt x="3172460" y="5045710"/>
                    <a:pt x="3172460" y="5049520"/>
                    <a:pt x="3172460" y="5053330"/>
                  </a:cubicBezTo>
                  <a:cubicBezTo>
                    <a:pt x="3172460" y="5057140"/>
                    <a:pt x="3171190" y="5060950"/>
                    <a:pt x="3169920" y="5064760"/>
                  </a:cubicBezTo>
                  <a:cubicBezTo>
                    <a:pt x="3168650" y="5068570"/>
                    <a:pt x="3166110" y="5071110"/>
                    <a:pt x="3164840" y="5073650"/>
                  </a:cubicBezTo>
                  <a:cubicBezTo>
                    <a:pt x="3162300" y="5076190"/>
                    <a:pt x="3159760" y="5078730"/>
                    <a:pt x="3155950" y="5080000"/>
                  </a:cubicBezTo>
                  <a:cubicBezTo>
                    <a:pt x="3152140" y="5081270"/>
                    <a:pt x="3148330" y="5082540"/>
                    <a:pt x="3144520" y="5082540"/>
                  </a:cubicBezTo>
                  <a:cubicBezTo>
                    <a:pt x="3140710" y="5082540"/>
                    <a:pt x="3136900" y="5081270"/>
                    <a:pt x="3133090" y="5080000"/>
                  </a:cubicBezTo>
                  <a:cubicBezTo>
                    <a:pt x="3129280" y="5078730"/>
                    <a:pt x="3126740" y="5076190"/>
                    <a:pt x="3124200" y="5073650"/>
                  </a:cubicBezTo>
                  <a:cubicBezTo>
                    <a:pt x="3121660" y="5071110"/>
                    <a:pt x="3120390" y="5068570"/>
                    <a:pt x="3119121" y="5064760"/>
                  </a:cubicBezTo>
                  <a:cubicBezTo>
                    <a:pt x="3117850" y="5060950"/>
                    <a:pt x="3116581" y="5057140"/>
                    <a:pt x="3116581" y="5053330"/>
                  </a:cubicBezTo>
                  <a:cubicBezTo>
                    <a:pt x="3116581" y="5049520"/>
                    <a:pt x="3116581" y="5044440"/>
                    <a:pt x="3117851" y="5041900"/>
                  </a:cubicBezTo>
                  <a:cubicBezTo>
                    <a:pt x="3119121" y="5038090"/>
                    <a:pt x="3120391" y="5035550"/>
                    <a:pt x="3122931" y="5031740"/>
                  </a:cubicBezTo>
                  <a:lnTo>
                    <a:pt x="3131821" y="5040630"/>
                  </a:lnTo>
                  <a:cubicBezTo>
                    <a:pt x="3130550" y="5041900"/>
                    <a:pt x="3129281" y="5044440"/>
                    <a:pt x="3128010" y="5045710"/>
                  </a:cubicBezTo>
                  <a:cubicBezTo>
                    <a:pt x="3126740" y="5048250"/>
                    <a:pt x="3126740" y="5050790"/>
                    <a:pt x="3126740" y="5053330"/>
                  </a:cubicBezTo>
                  <a:cubicBezTo>
                    <a:pt x="3126740" y="5055871"/>
                    <a:pt x="3126740" y="5058410"/>
                    <a:pt x="3128010" y="5059680"/>
                  </a:cubicBezTo>
                  <a:cubicBezTo>
                    <a:pt x="3129281" y="5062221"/>
                    <a:pt x="3130550" y="5063490"/>
                    <a:pt x="3131821" y="5064760"/>
                  </a:cubicBezTo>
                  <a:cubicBezTo>
                    <a:pt x="3133091" y="5066030"/>
                    <a:pt x="3135631" y="5067300"/>
                    <a:pt x="3136900" y="5068570"/>
                  </a:cubicBezTo>
                  <a:cubicBezTo>
                    <a:pt x="3139440" y="5069840"/>
                    <a:pt x="3140710" y="5069840"/>
                    <a:pt x="3143250" y="5069840"/>
                  </a:cubicBezTo>
                  <a:cubicBezTo>
                    <a:pt x="3145790" y="5069840"/>
                    <a:pt x="3148330" y="5069840"/>
                    <a:pt x="3149600" y="5068570"/>
                  </a:cubicBezTo>
                  <a:cubicBezTo>
                    <a:pt x="3152140" y="5067300"/>
                    <a:pt x="3153410" y="5066030"/>
                    <a:pt x="3154680" y="5064760"/>
                  </a:cubicBezTo>
                  <a:cubicBezTo>
                    <a:pt x="3155950" y="5063491"/>
                    <a:pt x="3157220" y="5060950"/>
                    <a:pt x="3158490" y="5059680"/>
                  </a:cubicBezTo>
                  <a:cubicBezTo>
                    <a:pt x="3159760" y="5057140"/>
                    <a:pt x="3159760" y="5055871"/>
                    <a:pt x="3159760" y="5053330"/>
                  </a:cubicBezTo>
                  <a:cubicBezTo>
                    <a:pt x="3159760" y="5050790"/>
                    <a:pt x="3159760" y="5048250"/>
                    <a:pt x="3158490" y="5046980"/>
                  </a:cubicBezTo>
                  <a:cubicBezTo>
                    <a:pt x="3158490" y="5045710"/>
                    <a:pt x="3157220" y="5043171"/>
                    <a:pt x="3157220" y="5041900"/>
                  </a:cubicBezTo>
                  <a:lnTo>
                    <a:pt x="3148330" y="5041900"/>
                  </a:lnTo>
                  <a:lnTo>
                    <a:pt x="3148330" y="5052060"/>
                  </a:lnTo>
                  <a:lnTo>
                    <a:pt x="3136900" y="5052060"/>
                  </a:lnTo>
                  <a:lnTo>
                    <a:pt x="3136900" y="5030470"/>
                  </a:lnTo>
                  <a:lnTo>
                    <a:pt x="3167380" y="5030470"/>
                  </a:lnTo>
                  <a:close/>
                  <a:moveTo>
                    <a:pt x="3117850" y="5002530"/>
                  </a:moveTo>
                  <a:lnTo>
                    <a:pt x="3117850" y="4992370"/>
                  </a:lnTo>
                  <a:lnTo>
                    <a:pt x="3171190" y="4969510"/>
                  </a:lnTo>
                  <a:lnTo>
                    <a:pt x="3171190" y="4983480"/>
                  </a:lnTo>
                  <a:lnTo>
                    <a:pt x="3159760" y="4988560"/>
                  </a:lnTo>
                  <a:lnTo>
                    <a:pt x="3159760" y="5010150"/>
                  </a:lnTo>
                  <a:lnTo>
                    <a:pt x="3171190" y="5015230"/>
                  </a:lnTo>
                  <a:lnTo>
                    <a:pt x="3171190" y="5027930"/>
                  </a:lnTo>
                  <a:lnTo>
                    <a:pt x="3117850" y="5002530"/>
                  </a:lnTo>
                  <a:close/>
                  <a:moveTo>
                    <a:pt x="3133090" y="4997450"/>
                  </a:moveTo>
                  <a:lnTo>
                    <a:pt x="3149600" y="5003800"/>
                  </a:lnTo>
                  <a:lnTo>
                    <a:pt x="3149600" y="4991100"/>
                  </a:lnTo>
                  <a:lnTo>
                    <a:pt x="3133090" y="4997450"/>
                  </a:lnTo>
                  <a:close/>
                  <a:moveTo>
                    <a:pt x="3128010" y="4955540"/>
                  </a:moveTo>
                  <a:lnTo>
                    <a:pt x="3128010" y="4970780"/>
                  </a:lnTo>
                  <a:lnTo>
                    <a:pt x="3117850" y="4970780"/>
                  </a:lnTo>
                  <a:lnTo>
                    <a:pt x="3117850" y="4927600"/>
                  </a:lnTo>
                  <a:lnTo>
                    <a:pt x="3128010" y="4927600"/>
                  </a:lnTo>
                  <a:lnTo>
                    <a:pt x="3128010" y="4942840"/>
                  </a:lnTo>
                  <a:lnTo>
                    <a:pt x="3171190" y="4942840"/>
                  </a:lnTo>
                  <a:lnTo>
                    <a:pt x="3171190" y="4954270"/>
                  </a:lnTo>
                  <a:lnTo>
                    <a:pt x="3128010" y="4955540"/>
                  </a:lnTo>
                  <a:lnTo>
                    <a:pt x="3128010" y="4955540"/>
                  </a:lnTo>
                  <a:close/>
                  <a:moveTo>
                    <a:pt x="3117850" y="4917440"/>
                  </a:moveTo>
                  <a:lnTo>
                    <a:pt x="3117850" y="4906010"/>
                  </a:lnTo>
                  <a:lnTo>
                    <a:pt x="3171190" y="4906010"/>
                  </a:lnTo>
                  <a:lnTo>
                    <a:pt x="3171190" y="4917440"/>
                  </a:lnTo>
                  <a:lnTo>
                    <a:pt x="3117850" y="4917440"/>
                  </a:lnTo>
                  <a:close/>
                  <a:moveTo>
                    <a:pt x="3117850" y="4894580"/>
                  </a:moveTo>
                  <a:lnTo>
                    <a:pt x="3117850" y="4881880"/>
                  </a:lnTo>
                  <a:lnTo>
                    <a:pt x="3153410" y="4869180"/>
                  </a:lnTo>
                  <a:lnTo>
                    <a:pt x="3153410" y="4869180"/>
                  </a:lnTo>
                  <a:lnTo>
                    <a:pt x="3117850" y="4855210"/>
                  </a:lnTo>
                  <a:lnTo>
                    <a:pt x="3117850" y="4842510"/>
                  </a:lnTo>
                  <a:lnTo>
                    <a:pt x="3171190" y="4865370"/>
                  </a:lnTo>
                  <a:lnTo>
                    <a:pt x="3171190" y="4875530"/>
                  </a:lnTo>
                  <a:lnTo>
                    <a:pt x="3117850" y="4894580"/>
                  </a:lnTo>
                  <a:close/>
                  <a:moveTo>
                    <a:pt x="3117850" y="4829810"/>
                  </a:moveTo>
                  <a:lnTo>
                    <a:pt x="3117850" y="4792980"/>
                  </a:lnTo>
                  <a:lnTo>
                    <a:pt x="3129280" y="4792980"/>
                  </a:lnTo>
                  <a:lnTo>
                    <a:pt x="3129280" y="4818380"/>
                  </a:lnTo>
                  <a:lnTo>
                    <a:pt x="3139440" y="4818380"/>
                  </a:lnTo>
                  <a:lnTo>
                    <a:pt x="3139440" y="4795520"/>
                  </a:lnTo>
                  <a:lnTo>
                    <a:pt x="3150870" y="4795520"/>
                  </a:lnTo>
                  <a:lnTo>
                    <a:pt x="3150870" y="4818380"/>
                  </a:lnTo>
                  <a:lnTo>
                    <a:pt x="3162300" y="4818380"/>
                  </a:lnTo>
                  <a:lnTo>
                    <a:pt x="3162300" y="4791710"/>
                  </a:lnTo>
                  <a:lnTo>
                    <a:pt x="3173730" y="4791710"/>
                  </a:lnTo>
                  <a:lnTo>
                    <a:pt x="3173730" y="4829810"/>
                  </a:lnTo>
                  <a:lnTo>
                    <a:pt x="3117850" y="4829810"/>
                  </a:lnTo>
                  <a:close/>
                  <a:moveTo>
                    <a:pt x="30480" y="146050"/>
                  </a:moveTo>
                  <a:lnTo>
                    <a:pt x="1270" y="83820"/>
                  </a:lnTo>
                  <a:lnTo>
                    <a:pt x="6350" y="82550"/>
                  </a:lnTo>
                  <a:lnTo>
                    <a:pt x="30480" y="134620"/>
                  </a:lnTo>
                  <a:lnTo>
                    <a:pt x="53340" y="82550"/>
                  </a:lnTo>
                  <a:lnTo>
                    <a:pt x="58420" y="83820"/>
                  </a:lnTo>
                  <a:lnTo>
                    <a:pt x="30480" y="146050"/>
                  </a:lnTo>
                  <a:close/>
                  <a:moveTo>
                    <a:pt x="26670" y="0"/>
                  </a:moveTo>
                  <a:lnTo>
                    <a:pt x="31750" y="0"/>
                  </a:lnTo>
                  <a:lnTo>
                    <a:pt x="31750" y="139700"/>
                  </a:lnTo>
                  <a:lnTo>
                    <a:pt x="26670" y="139700"/>
                  </a:lnTo>
                  <a:lnTo>
                    <a:pt x="26670" y="0"/>
                  </a:lnTo>
                  <a:close/>
                  <a:moveTo>
                    <a:pt x="41910" y="246380"/>
                  </a:moveTo>
                  <a:lnTo>
                    <a:pt x="31750" y="234950"/>
                  </a:lnTo>
                  <a:lnTo>
                    <a:pt x="39370" y="228600"/>
                  </a:lnTo>
                  <a:lnTo>
                    <a:pt x="54610" y="246380"/>
                  </a:lnTo>
                  <a:lnTo>
                    <a:pt x="54610" y="256540"/>
                  </a:lnTo>
                  <a:lnTo>
                    <a:pt x="1270" y="256540"/>
                  </a:lnTo>
                  <a:lnTo>
                    <a:pt x="1270" y="246380"/>
                  </a:lnTo>
                  <a:lnTo>
                    <a:pt x="41910" y="246380"/>
                  </a:lnTo>
                  <a:close/>
                  <a:moveTo>
                    <a:pt x="34290" y="292100"/>
                  </a:moveTo>
                  <a:lnTo>
                    <a:pt x="34290" y="295910"/>
                  </a:lnTo>
                  <a:cubicBezTo>
                    <a:pt x="34290" y="297180"/>
                    <a:pt x="34290" y="298450"/>
                    <a:pt x="34290" y="298450"/>
                  </a:cubicBezTo>
                  <a:cubicBezTo>
                    <a:pt x="34290" y="298450"/>
                    <a:pt x="34290" y="300990"/>
                    <a:pt x="35560" y="300990"/>
                  </a:cubicBezTo>
                  <a:cubicBezTo>
                    <a:pt x="35560" y="302260"/>
                    <a:pt x="36830" y="302260"/>
                    <a:pt x="36830" y="303530"/>
                  </a:cubicBezTo>
                  <a:cubicBezTo>
                    <a:pt x="38100" y="303530"/>
                    <a:pt x="38100" y="304800"/>
                    <a:pt x="39370" y="304800"/>
                  </a:cubicBezTo>
                  <a:cubicBezTo>
                    <a:pt x="40640" y="304800"/>
                    <a:pt x="41910" y="303530"/>
                    <a:pt x="43180" y="302260"/>
                  </a:cubicBezTo>
                  <a:cubicBezTo>
                    <a:pt x="44450" y="300990"/>
                    <a:pt x="44450" y="299720"/>
                    <a:pt x="44450" y="297180"/>
                  </a:cubicBezTo>
                  <a:cubicBezTo>
                    <a:pt x="44450" y="295910"/>
                    <a:pt x="44450" y="293370"/>
                    <a:pt x="43180" y="293370"/>
                  </a:cubicBezTo>
                  <a:cubicBezTo>
                    <a:pt x="41910" y="293370"/>
                    <a:pt x="40640" y="290830"/>
                    <a:pt x="39370" y="290830"/>
                  </a:cubicBezTo>
                  <a:lnTo>
                    <a:pt x="41910" y="278130"/>
                  </a:lnTo>
                  <a:cubicBezTo>
                    <a:pt x="44450" y="278130"/>
                    <a:pt x="45720" y="279400"/>
                    <a:pt x="48260" y="280670"/>
                  </a:cubicBezTo>
                  <a:cubicBezTo>
                    <a:pt x="49530" y="281940"/>
                    <a:pt x="50800" y="283210"/>
                    <a:pt x="52070" y="284480"/>
                  </a:cubicBezTo>
                  <a:cubicBezTo>
                    <a:pt x="53340" y="285750"/>
                    <a:pt x="53340" y="288290"/>
                    <a:pt x="54610" y="289560"/>
                  </a:cubicBezTo>
                  <a:cubicBezTo>
                    <a:pt x="55880" y="290830"/>
                    <a:pt x="55880" y="293370"/>
                    <a:pt x="55880" y="295910"/>
                  </a:cubicBezTo>
                  <a:cubicBezTo>
                    <a:pt x="55880" y="298450"/>
                    <a:pt x="55880" y="300990"/>
                    <a:pt x="54610" y="302260"/>
                  </a:cubicBezTo>
                  <a:cubicBezTo>
                    <a:pt x="54610" y="304800"/>
                    <a:pt x="53340" y="306070"/>
                    <a:pt x="52070" y="308610"/>
                  </a:cubicBezTo>
                  <a:cubicBezTo>
                    <a:pt x="50800" y="309880"/>
                    <a:pt x="49530" y="311150"/>
                    <a:pt x="46990" y="312420"/>
                  </a:cubicBezTo>
                  <a:cubicBezTo>
                    <a:pt x="45720" y="313690"/>
                    <a:pt x="43180" y="313690"/>
                    <a:pt x="40640" y="313690"/>
                  </a:cubicBezTo>
                  <a:cubicBezTo>
                    <a:pt x="38100" y="313690"/>
                    <a:pt x="35560" y="312420"/>
                    <a:pt x="33020" y="311150"/>
                  </a:cubicBezTo>
                  <a:cubicBezTo>
                    <a:pt x="30480" y="309880"/>
                    <a:pt x="30480" y="309880"/>
                    <a:pt x="29210" y="307340"/>
                  </a:cubicBezTo>
                  <a:lnTo>
                    <a:pt x="29210" y="307340"/>
                  </a:lnTo>
                  <a:cubicBezTo>
                    <a:pt x="29210" y="308610"/>
                    <a:pt x="27940" y="309880"/>
                    <a:pt x="27940" y="311150"/>
                  </a:cubicBezTo>
                  <a:cubicBezTo>
                    <a:pt x="26670" y="312420"/>
                    <a:pt x="26670" y="313690"/>
                    <a:pt x="25400" y="313690"/>
                  </a:cubicBezTo>
                  <a:cubicBezTo>
                    <a:pt x="24130" y="314960"/>
                    <a:pt x="22860" y="314960"/>
                    <a:pt x="21590" y="316230"/>
                  </a:cubicBezTo>
                  <a:cubicBezTo>
                    <a:pt x="20320" y="316230"/>
                    <a:pt x="19050" y="317500"/>
                    <a:pt x="16510" y="317500"/>
                  </a:cubicBezTo>
                  <a:cubicBezTo>
                    <a:pt x="13970" y="317500"/>
                    <a:pt x="11430" y="317500"/>
                    <a:pt x="8890" y="316230"/>
                  </a:cubicBezTo>
                  <a:cubicBezTo>
                    <a:pt x="6350" y="314960"/>
                    <a:pt x="5080" y="313690"/>
                    <a:pt x="3810" y="312420"/>
                  </a:cubicBezTo>
                  <a:cubicBezTo>
                    <a:pt x="2540" y="311150"/>
                    <a:pt x="1270" y="308610"/>
                    <a:pt x="1270" y="306070"/>
                  </a:cubicBezTo>
                  <a:cubicBezTo>
                    <a:pt x="1270" y="303530"/>
                    <a:pt x="0" y="300990"/>
                    <a:pt x="0" y="297180"/>
                  </a:cubicBezTo>
                  <a:cubicBezTo>
                    <a:pt x="0" y="292100"/>
                    <a:pt x="1270" y="288290"/>
                    <a:pt x="3810" y="284480"/>
                  </a:cubicBezTo>
                  <a:cubicBezTo>
                    <a:pt x="6350" y="280670"/>
                    <a:pt x="10160" y="278130"/>
                    <a:pt x="13970" y="278130"/>
                  </a:cubicBezTo>
                  <a:lnTo>
                    <a:pt x="16510" y="289560"/>
                  </a:lnTo>
                  <a:cubicBezTo>
                    <a:pt x="13970" y="289560"/>
                    <a:pt x="12700" y="290830"/>
                    <a:pt x="11430" y="292100"/>
                  </a:cubicBezTo>
                  <a:cubicBezTo>
                    <a:pt x="10160" y="293370"/>
                    <a:pt x="10160" y="294640"/>
                    <a:pt x="10160" y="297180"/>
                  </a:cubicBezTo>
                  <a:cubicBezTo>
                    <a:pt x="10160" y="299720"/>
                    <a:pt x="11430" y="300990"/>
                    <a:pt x="12700" y="302260"/>
                  </a:cubicBezTo>
                  <a:cubicBezTo>
                    <a:pt x="13970" y="303530"/>
                    <a:pt x="15240" y="303530"/>
                    <a:pt x="17780" y="303530"/>
                  </a:cubicBezTo>
                  <a:cubicBezTo>
                    <a:pt x="19050" y="303530"/>
                    <a:pt x="20320" y="303530"/>
                    <a:pt x="21590" y="302260"/>
                  </a:cubicBezTo>
                  <a:cubicBezTo>
                    <a:pt x="22860" y="300990"/>
                    <a:pt x="22860" y="300990"/>
                    <a:pt x="22860" y="299720"/>
                  </a:cubicBezTo>
                  <a:cubicBezTo>
                    <a:pt x="22860" y="298450"/>
                    <a:pt x="24130" y="297180"/>
                    <a:pt x="24130" y="295910"/>
                  </a:cubicBezTo>
                  <a:cubicBezTo>
                    <a:pt x="24130" y="294640"/>
                    <a:pt x="24130" y="293370"/>
                    <a:pt x="24130" y="292100"/>
                  </a:cubicBezTo>
                  <a:lnTo>
                    <a:pt x="24130" y="289560"/>
                  </a:lnTo>
                  <a:lnTo>
                    <a:pt x="34290" y="289560"/>
                  </a:lnTo>
                  <a:lnTo>
                    <a:pt x="34290" y="292100"/>
                  </a:lnTo>
                  <a:close/>
                  <a:moveTo>
                    <a:pt x="30480" y="1762760"/>
                  </a:moveTo>
                  <a:lnTo>
                    <a:pt x="1270" y="1700530"/>
                  </a:lnTo>
                  <a:lnTo>
                    <a:pt x="6350" y="1697990"/>
                  </a:lnTo>
                  <a:lnTo>
                    <a:pt x="30480" y="1750060"/>
                  </a:lnTo>
                  <a:lnTo>
                    <a:pt x="53340" y="1697990"/>
                  </a:lnTo>
                  <a:lnTo>
                    <a:pt x="58420" y="1700530"/>
                  </a:lnTo>
                  <a:lnTo>
                    <a:pt x="30480" y="1762760"/>
                  </a:lnTo>
                  <a:close/>
                  <a:moveTo>
                    <a:pt x="26670" y="1616710"/>
                  </a:moveTo>
                  <a:lnTo>
                    <a:pt x="31750" y="1616710"/>
                  </a:lnTo>
                  <a:lnTo>
                    <a:pt x="31750" y="1756410"/>
                  </a:lnTo>
                  <a:lnTo>
                    <a:pt x="26670" y="1756410"/>
                  </a:lnTo>
                  <a:lnTo>
                    <a:pt x="26670" y="1616710"/>
                  </a:lnTo>
                  <a:close/>
                  <a:moveTo>
                    <a:pt x="41910" y="1863090"/>
                  </a:moveTo>
                  <a:lnTo>
                    <a:pt x="31750" y="1851660"/>
                  </a:lnTo>
                  <a:lnTo>
                    <a:pt x="39370" y="1845310"/>
                  </a:lnTo>
                  <a:lnTo>
                    <a:pt x="54610" y="1863090"/>
                  </a:lnTo>
                  <a:lnTo>
                    <a:pt x="54610" y="1873250"/>
                  </a:lnTo>
                  <a:lnTo>
                    <a:pt x="1270" y="1873250"/>
                  </a:lnTo>
                  <a:lnTo>
                    <a:pt x="1270" y="1861820"/>
                  </a:lnTo>
                  <a:lnTo>
                    <a:pt x="41910" y="1863090"/>
                  </a:lnTo>
                  <a:lnTo>
                    <a:pt x="41910" y="1863090"/>
                  </a:lnTo>
                  <a:close/>
                  <a:moveTo>
                    <a:pt x="34290" y="1908810"/>
                  </a:moveTo>
                  <a:lnTo>
                    <a:pt x="34290" y="1912620"/>
                  </a:lnTo>
                  <a:cubicBezTo>
                    <a:pt x="34290" y="1913890"/>
                    <a:pt x="34290" y="1915160"/>
                    <a:pt x="34290" y="1915160"/>
                  </a:cubicBezTo>
                  <a:cubicBezTo>
                    <a:pt x="34290" y="1915160"/>
                    <a:pt x="34290" y="1917700"/>
                    <a:pt x="35560" y="1917700"/>
                  </a:cubicBezTo>
                  <a:cubicBezTo>
                    <a:pt x="35560" y="1918970"/>
                    <a:pt x="36830" y="1918970"/>
                    <a:pt x="36830" y="1920240"/>
                  </a:cubicBezTo>
                  <a:cubicBezTo>
                    <a:pt x="38100" y="1920240"/>
                    <a:pt x="38100" y="1921510"/>
                    <a:pt x="39370" y="1921510"/>
                  </a:cubicBezTo>
                  <a:cubicBezTo>
                    <a:pt x="40640" y="1921510"/>
                    <a:pt x="41910" y="1920240"/>
                    <a:pt x="43180" y="1918970"/>
                  </a:cubicBezTo>
                  <a:cubicBezTo>
                    <a:pt x="44450" y="1917700"/>
                    <a:pt x="44450" y="1916430"/>
                    <a:pt x="44450" y="1913890"/>
                  </a:cubicBezTo>
                  <a:cubicBezTo>
                    <a:pt x="44450" y="1912620"/>
                    <a:pt x="44450" y="1910080"/>
                    <a:pt x="43180" y="1910080"/>
                  </a:cubicBezTo>
                  <a:cubicBezTo>
                    <a:pt x="41910" y="1910080"/>
                    <a:pt x="40640" y="1907540"/>
                    <a:pt x="39370" y="1907540"/>
                  </a:cubicBezTo>
                  <a:lnTo>
                    <a:pt x="41910" y="1894840"/>
                  </a:lnTo>
                  <a:cubicBezTo>
                    <a:pt x="44450" y="1894840"/>
                    <a:pt x="45720" y="1896110"/>
                    <a:pt x="48260" y="1897380"/>
                  </a:cubicBezTo>
                  <a:cubicBezTo>
                    <a:pt x="49530" y="1898650"/>
                    <a:pt x="50800" y="1899920"/>
                    <a:pt x="52070" y="1901190"/>
                  </a:cubicBezTo>
                  <a:cubicBezTo>
                    <a:pt x="53340" y="1902460"/>
                    <a:pt x="53340" y="1905000"/>
                    <a:pt x="54610" y="1906270"/>
                  </a:cubicBezTo>
                  <a:cubicBezTo>
                    <a:pt x="55880" y="1907540"/>
                    <a:pt x="55880" y="1910080"/>
                    <a:pt x="55880" y="1912620"/>
                  </a:cubicBezTo>
                  <a:cubicBezTo>
                    <a:pt x="55880" y="1915160"/>
                    <a:pt x="55880" y="1917700"/>
                    <a:pt x="54610" y="1918970"/>
                  </a:cubicBezTo>
                  <a:cubicBezTo>
                    <a:pt x="54610" y="1921510"/>
                    <a:pt x="53340" y="1922780"/>
                    <a:pt x="52070" y="1925320"/>
                  </a:cubicBezTo>
                  <a:cubicBezTo>
                    <a:pt x="50800" y="1926590"/>
                    <a:pt x="49530" y="1927860"/>
                    <a:pt x="46990" y="1929130"/>
                  </a:cubicBezTo>
                  <a:cubicBezTo>
                    <a:pt x="45720" y="1930400"/>
                    <a:pt x="43180" y="1930400"/>
                    <a:pt x="40640" y="1930400"/>
                  </a:cubicBezTo>
                  <a:cubicBezTo>
                    <a:pt x="38100" y="1930400"/>
                    <a:pt x="35560" y="1929130"/>
                    <a:pt x="33020" y="1927860"/>
                  </a:cubicBezTo>
                  <a:cubicBezTo>
                    <a:pt x="30480" y="1926590"/>
                    <a:pt x="29210" y="1924050"/>
                    <a:pt x="29210" y="1921510"/>
                  </a:cubicBezTo>
                  <a:lnTo>
                    <a:pt x="29210" y="1921510"/>
                  </a:lnTo>
                  <a:cubicBezTo>
                    <a:pt x="29210" y="1922780"/>
                    <a:pt x="27940" y="1924050"/>
                    <a:pt x="27940" y="1925320"/>
                  </a:cubicBezTo>
                  <a:cubicBezTo>
                    <a:pt x="26670" y="1926590"/>
                    <a:pt x="26670" y="1927860"/>
                    <a:pt x="25400" y="1927860"/>
                  </a:cubicBezTo>
                  <a:cubicBezTo>
                    <a:pt x="24130" y="1929130"/>
                    <a:pt x="22860" y="1929130"/>
                    <a:pt x="21590" y="1930400"/>
                  </a:cubicBezTo>
                  <a:cubicBezTo>
                    <a:pt x="20320" y="1930400"/>
                    <a:pt x="19050" y="1931670"/>
                    <a:pt x="16510" y="1931670"/>
                  </a:cubicBezTo>
                  <a:cubicBezTo>
                    <a:pt x="13970" y="1931670"/>
                    <a:pt x="11430" y="1931670"/>
                    <a:pt x="8890" y="1930400"/>
                  </a:cubicBezTo>
                  <a:cubicBezTo>
                    <a:pt x="6350" y="1929130"/>
                    <a:pt x="5080" y="1927860"/>
                    <a:pt x="3810" y="1926590"/>
                  </a:cubicBezTo>
                  <a:cubicBezTo>
                    <a:pt x="2540" y="1925320"/>
                    <a:pt x="1270" y="1922780"/>
                    <a:pt x="1270" y="1920240"/>
                  </a:cubicBezTo>
                  <a:cubicBezTo>
                    <a:pt x="1270" y="1917700"/>
                    <a:pt x="0" y="1915160"/>
                    <a:pt x="0" y="1912620"/>
                  </a:cubicBezTo>
                  <a:cubicBezTo>
                    <a:pt x="0" y="1907540"/>
                    <a:pt x="1270" y="1903730"/>
                    <a:pt x="3810" y="1899920"/>
                  </a:cubicBezTo>
                  <a:cubicBezTo>
                    <a:pt x="6350" y="1896110"/>
                    <a:pt x="10160" y="1893570"/>
                    <a:pt x="13970" y="1893570"/>
                  </a:cubicBezTo>
                  <a:lnTo>
                    <a:pt x="16510" y="1905000"/>
                  </a:lnTo>
                  <a:cubicBezTo>
                    <a:pt x="13970" y="1905000"/>
                    <a:pt x="12700" y="1906270"/>
                    <a:pt x="11430" y="1907540"/>
                  </a:cubicBezTo>
                  <a:cubicBezTo>
                    <a:pt x="10160" y="1908810"/>
                    <a:pt x="10160" y="1910080"/>
                    <a:pt x="10160" y="1912620"/>
                  </a:cubicBezTo>
                  <a:cubicBezTo>
                    <a:pt x="10160" y="1915160"/>
                    <a:pt x="11430" y="1916430"/>
                    <a:pt x="12700" y="1917700"/>
                  </a:cubicBezTo>
                  <a:cubicBezTo>
                    <a:pt x="13970" y="1918970"/>
                    <a:pt x="15240" y="1918970"/>
                    <a:pt x="17780" y="1918970"/>
                  </a:cubicBezTo>
                  <a:cubicBezTo>
                    <a:pt x="19050" y="1918970"/>
                    <a:pt x="20320" y="1918970"/>
                    <a:pt x="21590" y="1917700"/>
                  </a:cubicBezTo>
                  <a:cubicBezTo>
                    <a:pt x="22860" y="1916430"/>
                    <a:pt x="22860" y="1916430"/>
                    <a:pt x="22860" y="1915160"/>
                  </a:cubicBezTo>
                  <a:cubicBezTo>
                    <a:pt x="22860" y="1913890"/>
                    <a:pt x="24130" y="1912620"/>
                    <a:pt x="24130" y="1911350"/>
                  </a:cubicBezTo>
                  <a:cubicBezTo>
                    <a:pt x="24130" y="1910080"/>
                    <a:pt x="24130" y="1908810"/>
                    <a:pt x="24130" y="1907540"/>
                  </a:cubicBezTo>
                  <a:lnTo>
                    <a:pt x="24130" y="1905000"/>
                  </a:lnTo>
                  <a:lnTo>
                    <a:pt x="34290" y="1905000"/>
                  </a:lnTo>
                  <a:lnTo>
                    <a:pt x="34290" y="1908810"/>
                  </a:lnTo>
                  <a:close/>
                  <a:moveTo>
                    <a:pt x="54610" y="1996440"/>
                  </a:moveTo>
                  <a:lnTo>
                    <a:pt x="54610" y="2006600"/>
                  </a:lnTo>
                  <a:lnTo>
                    <a:pt x="1270" y="2029460"/>
                  </a:lnTo>
                  <a:lnTo>
                    <a:pt x="1270" y="2015490"/>
                  </a:lnTo>
                  <a:lnTo>
                    <a:pt x="12700" y="2010410"/>
                  </a:lnTo>
                  <a:lnTo>
                    <a:pt x="12700" y="1990090"/>
                  </a:lnTo>
                  <a:lnTo>
                    <a:pt x="1270" y="1985010"/>
                  </a:lnTo>
                  <a:lnTo>
                    <a:pt x="1270" y="1972310"/>
                  </a:lnTo>
                  <a:lnTo>
                    <a:pt x="54610" y="1996440"/>
                  </a:lnTo>
                  <a:close/>
                  <a:moveTo>
                    <a:pt x="39370" y="2000250"/>
                  </a:moveTo>
                  <a:lnTo>
                    <a:pt x="22860" y="1993900"/>
                  </a:lnTo>
                  <a:lnTo>
                    <a:pt x="22860" y="2006600"/>
                  </a:lnTo>
                  <a:lnTo>
                    <a:pt x="39370" y="2000250"/>
                  </a:lnTo>
                  <a:close/>
                  <a:moveTo>
                    <a:pt x="30480" y="3468370"/>
                  </a:moveTo>
                  <a:lnTo>
                    <a:pt x="1270" y="3406140"/>
                  </a:lnTo>
                  <a:lnTo>
                    <a:pt x="6350" y="3403600"/>
                  </a:lnTo>
                  <a:lnTo>
                    <a:pt x="30480" y="3455670"/>
                  </a:lnTo>
                  <a:lnTo>
                    <a:pt x="53340" y="3403600"/>
                  </a:lnTo>
                  <a:lnTo>
                    <a:pt x="58420" y="3406140"/>
                  </a:lnTo>
                  <a:lnTo>
                    <a:pt x="30480" y="3468370"/>
                  </a:lnTo>
                  <a:close/>
                  <a:moveTo>
                    <a:pt x="26670" y="3322320"/>
                  </a:moveTo>
                  <a:lnTo>
                    <a:pt x="31750" y="3322320"/>
                  </a:lnTo>
                  <a:lnTo>
                    <a:pt x="31750" y="3462020"/>
                  </a:lnTo>
                  <a:lnTo>
                    <a:pt x="26670" y="3462020"/>
                  </a:lnTo>
                  <a:lnTo>
                    <a:pt x="26670" y="3322320"/>
                  </a:lnTo>
                  <a:close/>
                  <a:moveTo>
                    <a:pt x="41910" y="3568700"/>
                  </a:moveTo>
                  <a:lnTo>
                    <a:pt x="31750" y="3557270"/>
                  </a:lnTo>
                  <a:lnTo>
                    <a:pt x="39370" y="3550920"/>
                  </a:lnTo>
                  <a:lnTo>
                    <a:pt x="54610" y="3568700"/>
                  </a:lnTo>
                  <a:lnTo>
                    <a:pt x="54610" y="3578860"/>
                  </a:lnTo>
                  <a:lnTo>
                    <a:pt x="1270" y="3578860"/>
                  </a:lnTo>
                  <a:lnTo>
                    <a:pt x="1270" y="3567430"/>
                  </a:lnTo>
                  <a:lnTo>
                    <a:pt x="41910" y="3567430"/>
                  </a:lnTo>
                  <a:lnTo>
                    <a:pt x="41910" y="3568700"/>
                  </a:lnTo>
                  <a:close/>
                  <a:moveTo>
                    <a:pt x="12700" y="3623310"/>
                  </a:moveTo>
                  <a:lnTo>
                    <a:pt x="12700" y="3599180"/>
                  </a:lnTo>
                  <a:lnTo>
                    <a:pt x="21590" y="3599180"/>
                  </a:lnTo>
                  <a:lnTo>
                    <a:pt x="54610" y="3620770"/>
                  </a:lnTo>
                  <a:lnTo>
                    <a:pt x="54610" y="3633470"/>
                  </a:lnTo>
                  <a:lnTo>
                    <a:pt x="21590" y="3633470"/>
                  </a:lnTo>
                  <a:lnTo>
                    <a:pt x="21590" y="3639820"/>
                  </a:lnTo>
                  <a:lnTo>
                    <a:pt x="12700" y="3639820"/>
                  </a:lnTo>
                  <a:lnTo>
                    <a:pt x="12700" y="3633470"/>
                  </a:lnTo>
                  <a:lnTo>
                    <a:pt x="1270" y="3633470"/>
                  </a:lnTo>
                  <a:lnTo>
                    <a:pt x="1270" y="3622040"/>
                  </a:lnTo>
                  <a:lnTo>
                    <a:pt x="12700" y="3623310"/>
                  </a:lnTo>
                  <a:lnTo>
                    <a:pt x="12700" y="3623310"/>
                  </a:lnTo>
                  <a:close/>
                  <a:moveTo>
                    <a:pt x="40640" y="3623310"/>
                  </a:moveTo>
                  <a:lnTo>
                    <a:pt x="40640" y="3623310"/>
                  </a:lnTo>
                  <a:lnTo>
                    <a:pt x="21590" y="3611880"/>
                  </a:lnTo>
                  <a:lnTo>
                    <a:pt x="21590" y="3624580"/>
                  </a:lnTo>
                  <a:lnTo>
                    <a:pt x="40640" y="3624580"/>
                  </a:lnTo>
                  <a:lnTo>
                    <a:pt x="40640" y="3623310"/>
                  </a:lnTo>
                  <a:close/>
                  <a:moveTo>
                    <a:pt x="30480" y="5085080"/>
                  </a:moveTo>
                  <a:lnTo>
                    <a:pt x="1270" y="5022850"/>
                  </a:lnTo>
                  <a:lnTo>
                    <a:pt x="6350" y="5020310"/>
                  </a:lnTo>
                  <a:lnTo>
                    <a:pt x="30480" y="5072380"/>
                  </a:lnTo>
                  <a:lnTo>
                    <a:pt x="53340" y="5020310"/>
                  </a:lnTo>
                  <a:lnTo>
                    <a:pt x="58420" y="5022850"/>
                  </a:lnTo>
                  <a:lnTo>
                    <a:pt x="30480" y="5085080"/>
                  </a:lnTo>
                  <a:close/>
                  <a:moveTo>
                    <a:pt x="26670" y="4939030"/>
                  </a:moveTo>
                  <a:lnTo>
                    <a:pt x="31750" y="4939030"/>
                  </a:lnTo>
                  <a:lnTo>
                    <a:pt x="31750" y="5078730"/>
                  </a:lnTo>
                  <a:lnTo>
                    <a:pt x="26670" y="5078730"/>
                  </a:lnTo>
                  <a:lnTo>
                    <a:pt x="26670" y="4939030"/>
                  </a:lnTo>
                  <a:close/>
                  <a:moveTo>
                    <a:pt x="41910" y="5185410"/>
                  </a:moveTo>
                  <a:lnTo>
                    <a:pt x="31750" y="5173980"/>
                  </a:lnTo>
                  <a:lnTo>
                    <a:pt x="39370" y="5167630"/>
                  </a:lnTo>
                  <a:lnTo>
                    <a:pt x="54610" y="5185410"/>
                  </a:lnTo>
                  <a:lnTo>
                    <a:pt x="54610" y="5195570"/>
                  </a:lnTo>
                  <a:lnTo>
                    <a:pt x="1270" y="5195570"/>
                  </a:lnTo>
                  <a:lnTo>
                    <a:pt x="1270" y="5184140"/>
                  </a:lnTo>
                  <a:lnTo>
                    <a:pt x="41910" y="5184140"/>
                  </a:lnTo>
                  <a:lnTo>
                    <a:pt x="41910" y="5185410"/>
                  </a:lnTo>
                  <a:close/>
                  <a:moveTo>
                    <a:pt x="12700" y="5240020"/>
                  </a:moveTo>
                  <a:lnTo>
                    <a:pt x="12700" y="5215890"/>
                  </a:lnTo>
                  <a:lnTo>
                    <a:pt x="21590" y="5215890"/>
                  </a:lnTo>
                  <a:lnTo>
                    <a:pt x="54610" y="5237480"/>
                  </a:lnTo>
                  <a:lnTo>
                    <a:pt x="54610" y="5250180"/>
                  </a:lnTo>
                  <a:lnTo>
                    <a:pt x="21590" y="5250180"/>
                  </a:lnTo>
                  <a:lnTo>
                    <a:pt x="21590" y="5256530"/>
                  </a:lnTo>
                  <a:lnTo>
                    <a:pt x="12700" y="5256530"/>
                  </a:lnTo>
                  <a:lnTo>
                    <a:pt x="12700" y="5250180"/>
                  </a:lnTo>
                  <a:lnTo>
                    <a:pt x="1270" y="5250180"/>
                  </a:lnTo>
                  <a:lnTo>
                    <a:pt x="1270" y="5238750"/>
                  </a:lnTo>
                  <a:lnTo>
                    <a:pt x="12700" y="5240020"/>
                  </a:lnTo>
                  <a:lnTo>
                    <a:pt x="12700" y="5240020"/>
                  </a:lnTo>
                  <a:close/>
                  <a:moveTo>
                    <a:pt x="40640" y="5240020"/>
                  </a:moveTo>
                  <a:lnTo>
                    <a:pt x="40640" y="5240020"/>
                  </a:lnTo>
                  <a:lnTo>
                    <a:pt x="21590" y="5227320"/>
                  </a:lnTo>
                  <a:lnTo>
                    <a:pt x="21590" y="5240020"/>
                  </a:lnTo>
                  <a:lnTo>
                    <a:pt x="40640" y="5240020"/>
                  </a:lnTo>
                  <a:close/>
                  <a:moveTo>
                    <a:pt x="54610" y="5317490"/>
                  </a:moveTo>
                  <a:lnTo>
                    <a:pt x="54610" y="5327650"/>
                  </a:lnTo>
                  <a:lnTo>
                    <a:pt x="1270" y="5351780"/>
                  </a:lnTo>
                  <a:lnTo>
                    <a:pt x="1270" y="5337810"/>
                  </a:lnTo>
                  <a:lnTo>
                    <a:pt x="12700" y="5332730"/>
                  </a:lnTo>
                  <a:lnTo>
                    <a:pt x="12700" y="5311140"/>
                  </a:lnTo>
                  <a:lnTo>
                    <a:pt x="1270" y="5306060"/>
                  </a:lnTo>
                  <a:lnTo>
                    <a:pt x="1270" y="5293360"/>
                  </a:lnTo>
                  <a:lnTo>
                    <a:pt x="54610" y="5317490"/>
                  </a:lnTo>
                  <a:close/>
                  <a:moveTo>
                    <a:pt x="39370" y="5322570"/>
                  </a:moveTo>
                  <a:lnTo>
                    <a:pt x="22860" y="5316220"/>
                  </a:lnTo>
                  <a:lnTo>
                    <a:pt x="22860" y="5328920"/>
                  </a:lnTo>
                  <a:lnTo>
                    <a:pt x="39370" y="532257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-1749250" y="29153"/>
            <a:ext cx="14965681" cy="2270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3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MOODSYNC? – </a:t>
            </a:r>
          </a:p>
          <a:p>
            <a:pPr algn="ctr">
              <a:lnSpc>
                <a:spcPts val="9100"/>
              </a:lnSpc>
            </a:pPr>
            <a:r>
              <a:rPr lang="en-US" sz="630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24977" y="2693420"/>
            <a:ext cx="9156338" cy="4466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79"/>
              </a:lnSpc>
            </a:pPr>
            <a:r>
              <a:rPr lang="en-US" sz="2485" dirty="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 today’s fast-paced world, emotional well-being is often overlooked, leading to increased stress and anxiety. Studies show that 57% of people use music to manage stress. Yet, current playback systems rely on manual selection or predefined algorithms that don’t adapt to real-time emotions. Our AI-powered software bridges this gap by using facial recognition to analyze emotions and dynamically play music, enhancing emotional well-being. With applications in mental health, stress management, and emotional awareness, this innovation transforms music into personalized therapy.</a:t>
            </a:r>
          </a:p>
        </p:txBody>
      </p:sp>
      <p:sp>
        <p:nvSpPr>
          <p:cNvPr id="21" name="Freeform 14">
            <a:extLst>
              <a:ext uri="{FF2B5EF4-FFF2-40B4-BE49-F238E27FC236}">
                <a16:creationId xmlns:a16="http://schemas.microsoft.com/office/drawing/2014/main" id="{2DA97345-59E6-2EC4-4CFD-23AAEC2D234C}"/>
              </a:ext>
            </a:extLst>
          </p:cNvPr>
          <p:cNvSpPr/>
          <p:nvPr/>
        </p:nvSpPr>
        <p:spPr>
          <a:xfrm>
            <a:off x="14177373" y="76735"/>
            <a:ext cx="3960707" cy="1316935"/>
          </a:xfrm>
          <a:custGeom>
            <a:avLst/>
            <a:gdLst/>
            <a:ahLst/>
            <a:cxnLst/>
            <a:rect l="l" t="t" r="r" b="b"/>
            <a:pathLst>
              <a:path w="3960707" h="1316935">
                <a:moveTo>
                  <a:pt x="0" y="0"/>
                </a:moveTo>
                <a:lnTo>
                  <a:pt x="3960707" y="0"/>
                </a:lnTo>
                <a:lnTo>
                  <a:pt x="3960707" y="1316935"/>
                </a:lnTo>
                <a:lnTo>
                  <a:pt x="0" y="13169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1528"/>
            <a:ext cx="18288000" cy="10263945"/>
            <a:chOff x="0" y="0"/>
            <a:chExt cx="27347876" cy="13685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824269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3661238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0498207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824269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661238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498207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94282" y="1525954"/>
            <a:ext cx="16899436" cy="8494467"/>
            <a:chOff x="0" y="0"/>
            <a:chExt cx="4450880" cy="22372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50880" cy="2237226"/>
            </a:xfrm>
            <a:custGeom>
              <a:avLst/>
              <a:gdLst/>
              <a:ahLst/>
              <a:cxnLst/>
              <a:rect l="l" t="t" r="r" b="b"/>
              <a:pathLst>
                <a:path w="4450880" h="2237226">
                  <a:moveTo>
                    <a:pt x="0" y="0"/>
                  </a:moveTo>
                  <a:lnTo>
                    <a:pt x="4450880" y="0"/>
                  </a:lnTo>
                  <a:lnTo>
                    <a:pt x="4450880" y="2237226"/>
                  </a:lnTo>
                  <a:lnTo>
                    <a:pt x="0" y="2237226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4450880" cy="23134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538609"/>
            <a:ext cx="14077909" cy="874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8029" lvl="1" indent="-224014" algn="just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Programming Language: 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-Python – The core language powering our project.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-JavaScript (Node.js) – Powers the backend server and manages communication.</a:t>
            </a:r>
          </a:p>
          <a:p>
            <a:pPr marL="448029" lvl="1" indent="-224014" algn="just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Machine Learning &amp; Deep Learning: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TensorFlow &amp; Keras – This is for building and training deep learning models.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Scikit-Learn – For classical machine learning algorithms and preprocessing.</a:t>
            </a:r>
          </a:p>
          <a:p>
            <a:pPr marL="448029" lvl="1" indent="-224014" algn="just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Handling &amp; Processing: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-Pandas – For data manipulation and analysis.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NumPy – For numerical computing and efficient array operations.</a:t>
            </a:r>
          </a:p>
          <a:p>
            <a:pPr marL="448029" lvl="1" indent="-224014" algn="just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Computer Vision: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OpenCV (opencv-contrib-python) – For image processing and computer vision tasks.</a:t>
            </a:r>
          </a:p>
          <a:p>
            <a:pPr marL="448029" lvl="1" indent="-224014" algn="just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Backend &amp; Server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-Node.js – Server-side runtime environment to handle frontend requests and route them appropriately.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-Express.js – Web framework for Node.js used to define routes and middleware.</a:t>
            </a:r>
          </a:p>
          <a:p>
            <a:pPr algn="just">
              <a:lnSpc>
                <a:spcPts val="3051"/>
              </a:lnSpc>
            </a:pPr>
            <a:r>
              <a:rPr lang="en-US" sz="217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child_process (Node.js module) – Used to run Python scripts from the Node.js backend.</a:t>
            </a:r>
          </a:p>
          <a:p>
            <a:pPr marL="448029" lvl="1" indent="-224014" algn="just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File Handling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-Multer – Middleware for handling multipart/form-data, especially for uploading frontend images.</a:t>
            </a:r>
          </a:p>
          <a:p>
            <a:pPr marL="448029" lvl="1" indent="-224014" algn="just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Multimedia Output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-Pygame – For audio playback during testing and model validation.</a:t>
            </a:r>
          </a:p>
          <a:p>
            <a:pPr marL="448029" lvl="1" indent="-224014" algn="just">
              <a:lnSpc>
                <a:spcPts val="2905"/>
              </a:lnSpc>
              <a:buFont typeface="Arial"/>
              <a:buChar char="•"/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Development &amp; Workflow: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Jupyter Notebook – For interactive coding, visualization, and experimentation.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tqdm – For progress bar visualization to track long-running processes.</a:t>
            </a:r>
          </a:p>
          <a:p>
            <a:pPr algn="just">
              <a:lnSpc>
                <a:spcPts val="2905"/>
              </a:lnSpc>
            </a:pPr>
            <a:r>
              <a:rPr lang="en-US" sz="20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 GitHub – For version control, collaboration, and communication.</a:t>
            </a:r>
          </a:p>
          <a:p>
            <a:pPr algn="just">
              <a:lnSpc>
                <a:spcPts val="2905"/>
              </a:lnSpc>
            </a:pPr>
            <a:endParaRPr lang="en-US" sz="2075">
              <a:solidFill>
                <a:srgbClr val="000000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12767693" y="3555051"/>
            <a:ext cx="3448778" cy="2862057"/>
          </a:xfrm>
          <a:custGeom>
            <a:avLst/>
            <a:gdLst/>
            <a:ahLst/>
            <a:cxnLst/>
            <a:rect l="l" t="t" r="r" b="b"/>
            <a:pathLst>
              <a:path w="3448778" h="2862057">
                <a:moveTo>
                  <a:pt x="0" y="0"/>
                </a:moveTo>
                <a:lnTo>
                  <a:pt x="3448778" y="0"/>
                </a:lnTo>
                <a:lnTo>
                  <a:pt x="3448778" y="2862057"/>
                </a:lnTo>
                <a:lnTo>
                  <a:pt x="0" y="28620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TextBox 16"/>
          <p:cNvSpPr txBox="1"/>
          <p:nvPr/>
        </p:nvSpPr>
        <p:spPr>
          <a:xfrm>
            <a:off x="380176" y="297146"/>
            <a:ext cx="17698402" cy="993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2"/>
              </a:lnSpc>
            </a:pPr>
            <a:r>
              <a:rPr lang="en-US" sz="5144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POWERING INNOVATION: OUR TECHNOLOGY STACK</a:t>
            </a:r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74A93D46-C3DD-EB95-F563-AA32609241BA}"/>
              </a:ext>
            </a:extLst>
          </p:cNvPr>
          <p:cNvSpPr/>
          <p:nvPr/>
        </p:nvSpPr>
        <p:spPr>
          <a:xfrm>
            <a:off x="14803241" y="1525954"/>
            <a:ext cx="2790477" cy="872521"/>
          </a:xfrm>
          <a:custGeom>
            <a:avLst/>
            <a:gdLst/>
            <a:ahLst/>
            <a:cxnLst/>
            <a:rect l="l" t="t" r="r" b="b"/>
            <a:pathLst>
              <a:path w="3960707" h="1316935">
                <a:moveTo>
                  <a:pt x="0" y="0"/>
                </a:moveTo>
                <a:lnTo>
                  <a:pt x="3960707" y="0"/>
                </a:lnTo>
                <a:lnTo>
                  <a:pt x="3960707" y="1316935"/>
                </a:lnTo>
                <a:lnTo>
                  <a:pt x="0" y="131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1528"/>
            <a:ext cx="18288000" cy="10263945"/>
            <a:chOff x="0" y="0"/>
            <a:chExt cx="27347876" cy="13685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824269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3661238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0498207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824269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661238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498207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17334" y="492955"/>
            <a:ext cx="4072087" cy="2691499"/>
            <a:chOff x="0" y="0"/>
            <a:chExt cx="1072484" cy="7088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574829" y="492955"/>
            <a:ext cx="4072087" cy="2691499"/>
            <a:chOff x="0" y="0"/>
            <a:chExt cx="1072484" cy="7088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36444" y="492955"/>
            <a:ext cx="4072087" cy="2691499"/>
            <a:chOff x="0" y="0"/>
            <a:chExt cx="1072484" cy="708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955380" y="3574480"/>
            <a:ext cx="4072087" cy="2691499"/>
            <a:chOff x="0" y="0"/>
            <a:chExt cx="1072484" cy="7088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718242" y="6566801"/>
            <a:ext cx="4072087" cy="2691499"/>
            <a:chOff x="0" y="0"/>
            <a:chExt cx="1072484" cy="7088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96954" y="6566801"/>
            <a:ext cx="4072087" cy="2691499"/>
            <a:chOff x="0" y="0"/>
            <a:chExt cx="1072484" cy="7088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75666" y="6566801"/>
            <a:ext cx="4072087" cy="2691499"/>
            <a:chOff x="0" y="0"/>
            <a:chExt cx="1072484" cy="7088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75666" y="1316241"/>
            <a:ext cx="4072087" cy="112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LOAD THE PRE-TRAINED AI MODEL FOR EMOTION DETECTION.</a:t>
            </a:r>
          </a:p>
        </p:txBody>
      </p:sp>
      <p:sp>
        <p:nvSpPr>
          <p:cNvPr id="33" name="AutoShape 33"/>
          <p:cNvSpPr/>
          <p:nvPr/>
        </p:nvSpPr>
        <p:spPr>
          <a:xfrm flipV="1">
            <a:off x="4689420" y="1838704"/>
            <a:ext cx="88540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4" name="AutoShape 34"/>
          <p:cNvSpPr/>
          <p:nvPr/>
        </p:nvSpPr>
        <p:spPr>
          <a:xfrm flipV="1">
            <a:off x="9646916" y="1838704"/>
            <a:ext cx="9895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5" name="TextBox 35"/>
          <p:cNvSpPr txBox="1"/>
          <p:nvPr/>
        </p:nvSpPr>
        <p:spPr>
          <a:xfrm>
            <a:off x="10636444" y="1227039"/>
            <a:ext cx="4072087" cy="112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IDENTIFY FACES IN THE VIDEO USING OPENCV’S HAAR CASCADE.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4708531" y="1838704"/>
            <a:ext cx="1282893" cy="17357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7" name="AutoShape 37"/>
          <p:cNvSpPr/>
          <p:nvPr/>
        </p:nvSpPr>
        <p:spPr>
          <a:xfrm flipH="1">
            <a:off x="14790329" y="6265978"/>
            <a:ext cx="1201095" cy="16465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8" name="TextBox 38"/>
          <p:cNvSpPr txBox="1"/>
          <p:nvPr/>
        </p:nvSpPr>
        <p:spPr>
          <a:xfrm>
            <a:off x="10657179" y="7300885"/>
            <a:ext cx="4072087" cy="112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ANALYZE FACIAL EXPRESSIONS TO DETECT EMOTIONS.</a:t>
            </a:r>
          </a:p>
        </p:txBody>
      </p:sp>
      <p:sp>
        <p:nvSpPr>
          <p:cNvPr id="39" name="AutoShape 39"/>
          <p:cNvSpPr/>
          <p:nvPr/>
        </p:nvSpPr>
        <p:spPr>
          <a:xfrm flipH="1" flipV="1">
            <a:off x="9738510" y="7910347"/>
            <a:ext cx="979732" cy="22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0" name="TextBox 40"/>
          <p:cNvSpPr txBox="1"/>
          <p:nvPr/>
        </p:nvSpPr>
        <p:spPr>
          <a:xfrm>
            <a:off x="5666423" y="7479656"/>
            <a:ext cx="4072087" cy="766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SHOW DETECTED EMOTION ON THE VIDEO FEED.</a:t>
            </a:r>
          </a:p>
        </p:txBody>
      </p:sp>
      <p:sp>
        <p:nvSpPr>
          <p:cNvPr id="41" name="AutoShape 41"/>
          <p:cNvSpPr/>
          <p:nvPr/>
        </p:nvSpPr>
        <p:spPr>
          <a:xfrm flipH="1">
            <a:off x="4747753" y="7912551"/>
            <a:ext cx="94920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2" name="Freeform 42"/>
          <p:cNvSpPr/>
          <p:nvPr/>
        </p:nvSpPr>
        <p:spPr>
          <a:xfrm>
            <a:off x="15345951" y="7194801"/>
            <a:ext cx="2942049" cy="2942049"/>
          </a:xfrm>
          <a:custGeom>
            <a:avLst/>
            <a:gdLst/>
            <a:ahLst/>
            <a:cxnLst/>
            <a:rect l="l" t="t" r="r" b="b"/>
            <a:pathLst>
              <a:path w="2942049" h="2942049">
                <a:moveTo>
                  <a:pt x="0" y="0"/>
                </a:moveTo>
                <a:lnTo>
                  <a:pt x="2942049" y="0"/>
                </a:lnTo>
                <a:lnTo>
                  <a:pt x="2942049" y="2942049"/>
                </a:lnTo>
                <a:lnTo>
                  <a:pt x="0" y="29420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675666" y="3808602"/>
            <a:ext cx="13279714" cy="2013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58"/>
              </a:lnSpc>
            </a:pPr>
            <a:r>
              <a:rPr lang="en-US" sz="547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REAL-TIME EMOTION DETECTION WORKFLOW  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74829" y="1497216"/>
            <a:ext cx="4072087" cy="766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ACCESS THE WEBCAM FOR REAL-TIME VIDEO CAPTURE.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955380" y="4497793"/>
            <a:ext cx="4072087" cy="766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ENHANCE IMAGE FOR BETTER AI PROCESSING.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5666" y="7419075"/>
            <a:ext cx="4072087" cy="1128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208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CONTINUOUSLY PROCESS FRAMES FOR LIVE DETECTION.</a:t>
            </a:r>
          </a:p>
        </p:txBody>
      </p:sp>
      <p:sp>
        <p:nvSpPr>
          <p:cNvPr id="47" name="Freeform 14">
            <a:extLst>
              <a:ext uri="{FF2B5EF4-FFF2-40B4-BE49-F238E27FC236}">
                <a16:creationId xmlns:a16="http://schemas.microsoft.com/office/drawing/2014/main" id="{C0B82595-CBDF-854F-C94C-5FE17BA192E2}"/>
              </a:ext>
            </a:extLst>
          </p:cNvPr>
          <p:cNvSpPr/>
          <p:nvPr/>
        </p:nvSpPr>
        <p:spPr>
          <a:xfrm>
            <a:off x="15698059" y="-21924"/>
            <a:ext cx="2617063" cy="766133"/>
          </a:xfrm>
          <a:custGeom>
            <a:avLst/>
            <a:gdLst/>
            <a:ahLst/>
            <a:cxnLst/>
            <a:rect l="l" t="t" r="r" b="b"/>
            <a:pathLst>
              <a:path w="3960707" h="1316935">
                <a:moveTo>
                  <a:pt x="0" y="0"/>
                </a:moveTo>
                <a:lnTo>
                  <a:pt x="3960707" y="0"/>
                </a:lnTo>
                <a:lnTo>
                  <a:pt x="3960707" y="1316935"/>
                </a:lnTo>
                <a:lnTo>
                  <a:pt x="0" y="131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1528"/>
            <a:ext cx="18211800" cy="10263945"/>
            <a:chOff x="0" y="0"/>
            <a:chExt cx="27347876" cy="13685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824269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3661238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0498207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824269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661238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498207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028700" y="1063052"/>
            <a:ext cx="4072087" cy="2363043"/>
            <a:chOff x="0" y="0"/>
            <a:chExt cx="1072484" cy="62236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2484" cy="622365"/>
            </a:xfrm>
            <a:custGeom>
              <a:avLst/>
              <a:gdLst/>
              <a:ahLst/>
              <a:cxnLst/>
              <a:rect l="l" t="t" r="r" b="b"/>
              <a:pathLst>
                <a:path w="1072484" h="622365">
                  <a:moveTo>
                    <a:pt x="0" y="0"/>
                  </a:moveTo>
                  <a:lnTo>
                    <a:pt x="1072484" y="0"/>
                  </a:lnTo>
                  <a:lnTo>
                    <a:pt x="1072484" y="622365"/>
                  </a:lnTo>
                  <a:lnTo>
                    <a:pt x="0" y="622365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072484" cy="698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r>
                <a:rPr lang="en-US" sz="1987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LOAD LIBRARIES &amp; DATASET (KERAS, PANDAS AND NUMPY)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7197" y="5844369"/>
            <a:ext cx="4072087" cy="2691499"/>
            <a:chOff x="0" y="0"/>
            <a:chExt cx="1072484" cy="70887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r>
                <a:rPr lang="en-US" sz="1987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SAVE TRAINED MODEL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536800" y="5882469"/>
            <a:ext cx="4072087" cy="2691499"/>
            <a:chOff x="0" y="0"/>
            <a:chExt cx="1072484" cy="708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r>
                <a:rPr lang="en-US" sz="1987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DEFINE &amp; COMPILE CNN MODEL.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536800" y="1028700"/>
            <a:ext cx="4072087" cy="2363043"/>
            <a:chOff x="0" y="0"/>
            <a:chExt cx="1072484" cy="6223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2484" cy="622365"/>
            </a:xfrm>
            <a:custGeom>
              <a:avLst/>
              <a:gdLst/>
              <a:ahLst/>
              <a:cxnLst/>
              <a:rect l="l" t="t" r="r" b="b"/>
              <a:pathLst>
                <a:path w="1072484" h="622365">
                  <a:moveTo>
                    <a:pt x="0" y="0"/>
                  </a:moveTo>
                  <a:lnTo>
                    <a:pt x="1072484" y="0"/>
                  </a:lnTo>
                  <a:lnTo>
                    <a:pt x="1072484" y="622365"/>
                  </a:lnTo>
                  <a:lnTo>
                    <a:pt x="0" y="622365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1072484" cy="6985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r>
                <a:rPr lang="en-US" sz="1987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LOAD IMAGES, CONVERT TO GRAYSCALE (48X48), NORMALIZE AND RESHAPE FOR MODEL INPUT.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07957" y="345141"/>
            <a:ext cx="4072087" cy="2691499"/>
            <a:chOff x="0" y="0"/>
            <a:chExt cx="1072484" cy="7088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r>
                <a:rPr lang="en-US" sz="1987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CREATE DATAFRAME WITH EXTRACTED IMAGE PATHS AND LABELS.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93334" y="6234894"/>
            <a:ext cx="4072087" cy="2691499"/>
            <a:chOff x="0" y="0"/>
            <a:chExt cx="1072484" cy="7088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76200"/>
              <a:ext cx="1072484" cy="785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r>
                <a:rPr lang="en-US" sz="1987" b="1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TRAIN THE MODEL USING MODEL.FIT(...) ON THE PROCESSED DATASET.</a:t>
              </a:r>
            </a:p>
            <a:p>
              <a:pPr algn="ctr">
                <a:lnSpc>
                  <a:spcPts val="2782"/>
                </a:lnSpc>
              </a:pPr>
              <a:endParaRPr lang="en-US" sz="1987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29" name="AutoShape 29"/>
          <p:cNvSpPr/>
          <p:nvPr/>
        </p:nvSpPr>
        <p:spPr>
          <a:xfrm flipV="1">
            <a:off x="5100787" y="1690890"/>
            <a:ext cx="2007170" cy="5536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0" name="AutoShape 30"/>
          <p:cNvSpPr/>
          <p:nvPr/>
        </p:nvSpPr>
        <p:spPr>
          <a:xfrm>
            <a:off x="11180043" y="1690890"/>
            <a:ext cx="2356757" cy="5193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1" name="AutoShape 31"/>
          <p:cNvSpPr/>
          <p:nvPr/>
        </p:nvSpPr>
        <p:spPr>
          <a:xfrm>
            <a:off x="15572844" y="3391743"/>
            <a:ext cx="0" cy="249072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2" name="AutoShape 32"/>
          <p:cNvSpPr/>
          <p:nvPr/>
        </p:nvSpPr>
        <p:spPr>
          <a:xfrm flipH="1">
            <a:off x="11265421" y="7228219"/>
            <a:ext cx="2271380" cy="3524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3" name="AutoShape 33"/>
          <p:cNvSpPr/>
          <p:nvPr/>
        </p:nvSpPr>
        <p:spPr>
          <a:xfrm flipH="1" flipV="1">
            <a:off x="5269284" y="7190119"/>
            <a:ext cx="1924050" cy="3905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4" name="Freeform 34"/>
          <p:cNvSpPr/>
          <p:nvPr/>
        </p:nvSpPr>
        <p:spPr>
          <a:xfrm>
            <a:off x="-320580" y="6582783"/>
            <a:ext cx="4687221" cy="4687221"/>
          </a:xfrm>
          <a:custGeom>
            <a:avLst/>
            <a:gdLst/>
            <a:ahLst/>
            <a:cxnLst/>
            <a:rect l="l" t="t" r="r" b="b"/>
            <a:pathLst>
              <a:path w="4687221" h="4687221">
                <a:moveTo>
                  <a:pt x="0" y="0"/>
                </a:moveTo>
                <a:lnTo>
                  <a:pt x="4687222" y="0"/>
                </a:lnTo>
                <a:lnTo>
                  <a:pt x="4687222" y="4687221"/>
                </a:lnTo>
                <a:lnTo>
                  <a:pt x="0" y="4687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274079" y="4009381"/>
            <a:ext cx="13279714" cy="1042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58"/>
              </a:lnSpc>
            </a:pPr>
            <a:r>
              <a:rPr lang="en-US" sz="547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CNN MODEL TRAINING WORKFLOW</a:t>
            </a:r>
          </a:p>
        </p:txBody>
      </p:sp>
      <p:sp>
        <p:nvSpPr>
          <p:cNvPr id="36" name="Freeform 14">
            <a:extLst>
              <a:ext uri="{FF2B5EF4-FFF2-40B4-BE49-F238E27FC236}">
                <a16:creationId xmlns:a16="http://schemas.microsoft.com/office/drawing/2014/main" id="{7C4E1E0A-5FF8-7060-AF4F-C3296B06FE8A}"/>
              </a:ext>
            </a:extLst>
          </p:cNvPr>
          <p:cNvSpPr/>
          <p:nvPr/>
        </p:nvSpPr>
        <p:spPr>
          <a:xfrm>
            <a:off x="15392400" y="-5775"/>
            <a:ext cx="2932995" cy="779506"/>
          </a:xfrm>
          <a:custGeom>
            <a:avLst/>
            <a:gdLst/>
            <a:ahLst/>
            <a:cxnLst/>
            <a:rect l="l" t="t" r="r" b="b"/>
            <a:pathLst>
              <a:path w="3960707" h="1316935">
                <a:moveTo>
                  <a:pt x="0" y="0"/>
                </a:moveTo>
                <a:lnTo>
                  <a:pt x="3960707" y="0"/>
                </a:lnTo>
                <a:lnTo>
                  <a:pt x="3960707" y="1316935"/>
                </a:lnTo>
                <a:lnTo>
                  <a:pt x="0" y="131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2235" y="2336734"/>
            <a:ext cx="13279714" cy="378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0" y="11528"/>
            <a:ext cx="18288000" cy="10275472"/>
            <a:chOff x="0" y="0"/>
            <a:chExt cx="27378590" cy="1370063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857362" cy="6857362"/>
            </a:xfrm>
            <a:custGeom>
              <a:avLst/>
              <a:gdLst/>
              <a:ahLst/>
              <a:cxnLst/>
              <a:rect l="l" t="t" r="r" b="b"/>
              <a:pathLst>
                <a:path w="6857362" h="6857362">
                  <a:moveTo>
                    <a:pt x="0" y="0"/>
                  </a:moveTo>
                  <a:lnTo>
                    <a:pt x="6857362" y="0"/>
                  </a:lnTo>
                  <a:lnTo>
                    <a:pt x="6857362" y="6857362"/>
                  </a:lnTo>
                  <a:lnTo>
                    <a:pt x="0" y="685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6831933" y="0"/>
              <a:ext cx="6857362" cy="6857362"/>
            </a:xfrm>
            <a:custGeom>
              <a:avLst/>
              <a:gdLst/>
              <a:ahLst/>
              <a:cxnLst/>
              <a:rect l="l" t="t" r="r" b="b"/>
              <a:pathLst>
                <a:path w="6857362" h="6857362">
                  <a:moveTo>
                    <a:pt x="0" y="0"/>
                  </a:moveTo>
                  <a:lnTo>
                    <a:pt x="6857362" y="0"/>
                  </a:lnTo>
                  <a:lnTo>
                    <a:pt x="6857362" y="6857362"/>
                  </a:lnTo>
                  <a:lnTo>
                    <a:pt x="0" y="685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3676581" y="0"/>
              <a:ext cx="6857362" cy="6857362"/>
            </a:xfrm>
            <a:custGeom>
              <a:avLst/>
              <a:gdLst/>
              <a:ahLst/>
              <a:cxnLst/>
              <a:rect l="l" t="t" r="r" b="b"/>
              <a:pathLst>
                <a:path w="6857362" h="6857362">
                  <a:moveTo>
                    <a:pt x="0" y="0"/>
                  </a:moveTo>
                  <a:lnTo>
                    <a:pt x="6857362" y="0"/>
                  </a:lnTo>
                  <a:lnTo>
                    <a:pt x="6857362" y="6857362"/>
                  </a:lnTo>
                  <a:lnTo>
                    <a:pt x="0" y="685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20521228" y="0"/>
              <a:ext cx="6857362" cy="6857362"/>
            </a:xfrm>
            <a:custGeom>
              <a:avLst/>
              <a:gdLst/>
              <a:ahLst/>
              <a:cxnLst/>
              <a:rect l="l" t="t" r="r" b="b"/>
              <a:pathLst>
                <a:path w="6857362" h="6857362">
                  <a:moveTo>
                    <a:pt x="0" y="0"/>
                  </a:moveTo>
                  <a:lnTo>
                    <a:pt x="6857362" y="0"/>
                  </a:lnTo>
                  <a:lnTo>
                    <a:pt x="6857362" y="6857362"/>
                  </a:lnTo>
                  <a:lnTo>
                    <a:pt x="0" y="685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6843268"/>
              <a:ext cx="6857362" cy="6857362"/>
            </a:xfrm>
            <a:custGeom>
              <a:avLst/>
              <a:gdLst/>
              <a:ahLst/>
              <a:cxnLst/>
              <a:rect l="l" t="t" r="r" b="b"/>
              <a:pathLst>
                <a:path w="6857362" h="6857362">
                  <a:moveTo>
                    <a:pt x="0" y="0"/>
                  </a:moveTo>
                  <a:lnTo>
                    <a:pt x="6857362" y="0"/>
                  </a:lnTo>
                  <a:lnTo>
                    <a:pt x="6857362" y="6857362"/>
                  </a:lnTo>
                  <a:lnTo>
                    <a:pt x="0" y="685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6831933" y="6843268"/>
              <a:ext cx="6857362" cy="6857362"/>
            </a:xfrm>
            <a:custGeom>
              <a:avLst/>
              <a:gdLst/>
              <a:ahLst/>
              <a:cxnLst/>
              <a:rect l="l" t="t" r="r" b="b"/>
              <a:pathLst>
                <a:path w="6857362" h="6857362">
                  <a:moveTo>
                    <a:pt x="0" y="0"/>
                  </a:moveTo>
                  <a:lnTo>
                    <a:pt x="6857362" y="0"/>
                  </a:lnTo>
                  <a:lnTo>
                    <a:pt x="6857362" y="6857362"/>
                  </a:lnTo>
                  <a:lnTo>
                    <a:pt x="0" y="685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3676581" y="6843268"/>
              <a:ext cx="6857362" cy="6857362"/>
            </a:xfrm>
            <a:custGeom>
              <a:avLst/>
              <a:gdLst/>
              <a:ahLst/>
              <a:cxnLst/>
              <a:rect l="l" t="t" r="r" b="b"/>
              <a:pathLst>
                <a:path w="6857362" h="6857362">
                  <a:moveTo>
                    <a:pt x="0" y="0"/>
                  </a:moveTo>
                  <a:lnTo>
                    <a:pt x="6857362" y="0"/>
                  </a:lnTo>
                  <a:lnTo>
                    <a:pt x="6857362" y="6857362"/>
                  </a:lnTo>
                  <a:lnTo>
                    <a:pt x="0" y="685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0521228" y="6843268"/>
              <a:ext cx="6857362" cy="6857362"/>
            </a:xfrm>
            <a:custGeom>
              <a:avLst/>
              <a:gdLst/>
              <a:ahLst/>
              <a:cxnLst/>
              <a:rect l="l" t="t" r="r" b="b"/>
              <a:pathLst>
                <a:path w="6857362" h="6857362">
                  <a:moveTo>
                    <a:pt x="0" y="0"/>
                  </a:moveTo>
                  <a:lnTo>
                    <a:pt x="6857362" y="0"/>
                  </a:lnTo>
                  <a:lnTo>
                    <a:pt x="6857362" y="6857362"/>
                  </a:lnTo>
                  <a:lnTo>
                    <a:pt x="0" y="68573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0" y="0"/>
            <a:ext cx="5825092" cy="10287000"/>
            <a:chOff x="0" y="0"/>
            <a:chExt cx="1586082" cy="29053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86082" cy="2905326"/>
            </a:xfrm>
            <a:custGeom>
              <a:avLst/>
              <a:gdLst/>
              <a:ahLst/>
              <a:cxnLst/>
              <a:rect l="l" t="t" r="r" b="b"/>
              <a:pathLst>
                <a:path w="1586082" h="2905326">
                  <a:moveTo>
                    <a:pt x="0" y="0"/>
                  </a:moveTo>
                  <a:lnTo>
                    <a:pt x="1586082" y="0"/>
                  </a:lnTo>
                  <a:lnTo>
                    <a:pt x="1586082" y="2905326"/>
                  </a:lnTo>
                  <a:lnTo>
                    <a:pt x="0" y="2905326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1586082" cy="29815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09339" y="402848"/>
            <a:ext cx="17399617" cy="1042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58"/>
              </a:lnSpc>
            </a:pPr>
            <a:r>
              <a:rPr lang="en-US" sz="547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PROJECT EVOLUTION OUTPUT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3D28B9E-2138-3A19-014E-3740F5882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1790700"/>
            <a:ext cx="15240000" cy="6705600"/>
          </a:xfrm>
          <a:prstGeom prst="rect">
            <a:avLst/>
          </a:prstGeom>
        </p:spPr>
      </p:pic>
      <p:sp>
        <p:nvSpPr>
          <p:cNvPr id="19" name="Freeform 14">
            <a:extLst>
              <a:ext uri="{FF2B5EF4-FFF2-40B4-BE49-F238E27FC236}">
                <a16:creationId xmlns:a16="http://schemas.microsoft.com/office/drawing/2014/main" id="{E1E1BC1E-7FCA-37DF-077D-E298655CB365}"/>
              </a:ext>
            </a:extLst>
          </p:cNvPr>
          <p:cNvSpPr/>
          <p:nvPr/>
        </p:nvSpPr>
        <p:spPr>
          <a:xfrm>
            <a:off x="15316200" y="0"/>
            <a:ext cx="2988590" cy="1042155"/>
          </a:xfrm>
          <a:custGeom>
            <a:avLst/>
            <a:gdLst/>
            <a:ahLst/>
            <a:cxnLst/>
            <a:rect l="l" t="t" r="r" b="b"/>
            <a:pathLst>
              <a:path w="3960707" h="1316935">
                <a:moveTo>
                  <a:pt x="0" y="0"/>
                </a:moveTo>
                <a:lnTo>
                  <a:pt x="3960707" y="0"/>
                </a:lnTo>
                <a:lnTo>
                  <a:pt x="3960707" y="1316935"/>
                </a:lnTo>
                <a:lnTo>
                  <a:pt x="0" y="131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22710" y="2336734"/>
            <a:ext cx="13279714" cy="378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2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4088349" y="5143979"/>
            <a:ext cx="5143021" cy="5143021"/>
          </a:xfrm>
          <a:custGeom>
            <a:avLst/>
            <a:gdLst/>
            <a:ahLst/>
            <a:cxnLst/>
            <a:rect l="l" t="t" r="r" b="b"/>
            <a:pathLst>
              <a:path w="5143021" h="5143021">
                <a:moveTo>
                  <a:pt x="0" y="0"/>
                </a:moveTo>
                <a:lnTo>
                  <a:pt x="5143021" y="0"/>
                </a:lnTo>
                <a:lnTo>
                  <a:pt x="5143021" y="5143021"/>
                </a:lnTo>
                <a:lnTo>
                  <a:pt x="0" y="51430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-9525" y="43074"/>
            <a:ext cx="18288000" cy="10263945"/>
            <a:chOff x="0" y="0"/>
            <a:chExt cx="27347876" cy="136852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6824269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3661238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20498207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0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3661238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>
              <a:off x="20498207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065577" y="172611"/>
            <a:ext cx="4119722" cy="4281379"/>
            <a:chOff x="12221" y="401"/>
            <a:chExt cx="1085030" cy="1004437"/>
          </a:xfrm>
        </p:grpSpPr>
        <p:sp>
          <p:nvSpPr>
            <p:cNvPr id="21" name="Freeform 21"/>
            <p:cNvSpPr/>
            <p:nvPr/>
          </p:nvSpPr>
          <p:spPr>
            <a:xfrm>
              <a:off x="12221" y="401"/>
              <a:ext cx="1072484" cy="877641"/>
            </a:xfrm>
            <a:custGeom>
              <a:avLst/>
              <a:gdLst/>
              <a:ahLst/>
              <a:cxnLst/>
              <a:rect l="l" t="t" r="r" b="b"/>
              <a:pathLst>
                <a:path w="1072484" h="877641">
                  <a:moveTo>
                    <a:pt x="0" y="0"/>
                  </a:moveTo>
                  <a:lnTo>
                    <a:pt x="1072484" y="0"/>
                  </a:lnTo>
                  <a:lnTo>
                    <a:pt x="1072484" y="877641"/>
                  </a:lnTo>
                  <a:lnTo>
                    <a:pt x="0" y="877641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24767" y="31947"/>
              <a:ext cx="1072484" cy="972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2"/>
                </a:lnSpc>
              </a:pPr>
              <a:r>
                <a:rPr lang="en-US" sz="20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FRONTEND (HTML + JAVASCRIPT)</a:t>
              </a:r>
            </a:p>
            <a:p>
              <a:pPr marL="429064" lvl="1" indent="-214532" algn="l">
                <a:lnSpc>
                  <a:spcPts val="2782"/>
                </a:lnSpc>
                <a:buFont typeface="Arial"/>
                <a:buChar char="•"/>
              </a:pPr>
              <a:r>
                <a:rPr lang="en-US" sz="19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THE USER SELECTS A LANGUAGE, AND A PHOTO IS CAPTURED VIA WEBCAM.</a:t>
              </a:r>
            </a:p>
            <a:p>
              <a:pPr marL="429064" lvl="1" indent="-214532" algn="l">
                <a:lnSpc>
                  <a:spcPts val="2782"/>
                </a:lnSpc>
                <a:buFont typeface="Arial"/>
                <a:buChar char="•"/>
              </a:pPr>
              <a:r>
                <a:rPr lang="en-US" sz="19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IMAGE AND LANGUAGE ARE SENT TO HTTP://LOCALHOST:3000/DETECT VIA POST.</a:t>
              </a:r>
            </a:p>
            <a:p>
              <a:pPr algn="ctr">
                <a:lnSpc>
                  <a:spcPts val="2782"/>
                </a:lnSpc>
              </a:pPr>
              <a:endParaRPr lang="en-US" sz="19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ctr">
                <a:lnSpc>
                  <a:spcPts val="3062"/>
                </a:lnSpc>
              </a:pPr>
              <a:endParaRPr lang="en-US" sz="19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264805" y="5687217"/>
            <a:ext cx="4072087" cy="3867336"/>
            <a:chOff x="0" y="-41573"/>
            <a:chExt cx="1072484" cy="8041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41573"/>
              <a:ext cx="1072484" cy="804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2"/>
                </a:lnSpc>
              </a:pPr>
              <a:r>
                <a:rPr lang="en-US" sz="20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YOUTUBE SONG PLAYBACK</a:t>
              </a:r>
            </a:p>
            <a:p>
              <a:pPr marL="407475" lvl="1" indent="-203737" algn="l">
                <a:lnSpc>
                  <a:spcPts val="2642"/>
                </a:lnSpc>
                <a:buFont typeface="Arial"/>
                <a:buChar char="•"/>
              </a:pPr>
              <a:r>
                <a:rPr lang="en-US" sz="18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NODE.JS CREATES A YOUTUBE SEARCH QUERY USING EMOTION + LANGUAGE.</a:t>
              </a:r>
            </a:p>
            <a:p>
              <a:pPr marL="407475" lvl="1" indent="-203737" algn="l">
                <a:lnSpc>
                  <a:spcPts val="2642"/>
                </a:lnSpc>
                <a:buFont typeface="Arial"/>
                <a:buChar char="•"/>
              </a:pPr>
              <a:r>
                <a:rPr lang="en-US" sz="18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SENDS THE SEARCH URL AS JSON TO THE FRONTEND.</a:t>
              </a:r>
            </a:p>
            <a:p>
              <a:pPr algn="l">
                <a:lnSpc>
                  <a:spcPts val="2642"/>
                </a:lnSpc>
              </a:pPr>
              <a:endParaRPr lang="en-US" sz="18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667893" y="3180885"/>
            <a:ext cx="4163402" cy="4748406"/>
            <a:chOff x="0" y="0"/>
            <a:chExt cx="1096534" cy="86255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2484" cy="754041"/>
            </a:xfrm>
            <a:custGeom>
              <a:avLst/>
              <a:gdLst/>
              <a:ahLst/>
              <a:cxnLst/>
              <a:rect l="l" t="t" r="r" b="b"/>
              <a:pathLst>
                <a:path w="1072484" h="754041">
                  <a:moveTo>
                    <a:pt x="0" y="0"/>
                  </a:moveTo>
                  <a:lnTo>
                    <a:pt x="1072484" y="0"/>
                  </a:lnTo>
                  <a:lnTo>
                    <a:pt x="1072484" y="754041"/>
                  </a:lnTo>
                  <a:lnTo>
                    <a:pt x="0" y="754041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4050" y="20904"/>
              <a:ext cx="1072484" cy="841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2"/>
                </a:lnSpc>
              </a:pPr>
              <a:r>
                <a:rPr lang="en-US" sz="20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EMOTION DETECTION MODEL (PYTHON + KERAS + OPENCV)</a:t>
              </a:r>
            </a:p>
            <a:p>
              <a:pPr marL="407475" lvl="1" indent="-203737" algn="l">
                <a:lnSpc>
                  <a:spcPts val="2642"/>
                </a:lnSpc>
                <a:buFont typeface="Arial"/>
                <a:buChar char="•"/>
              </a:pPr>
              <a:r>
                <a:rPr lang="en-US" sz="18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PYTHON SCRIPT LOADS CNN MODEL AND DETECTS EMOTION FROM THE IMAGE.</a:t>
              </a:r>
            </a:p>
            <a:p>
              <a:pPr marL="407475" lvl="1" indent="-203737" algn="l">
                <a:lnSpc>
                  <a:spcPts val="2642"/>
                </a:lnSpc>
                <a:buFont typeface="Arial"/>
                <a:buChar char="•"/>
              </a:pPr>
              <a:r>
                <a:rPr lang="en-US" sz="18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RETURNS THE EMOTION LABEL TO THE NODE.JS SERVER.</a:t>
              </a:r>
            </a:p>
            <a:p>
              <a:pPr algn="l">
                <a:lnSpc>
                  <a:spcPts val="2642"/>
                </a:lnSpc>
              </a:pPr>
              <a:endParaRPr lang="en-US" sz="18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738644" y="172612"/>
            <a:ext cx="4072087" cy="3684886"/>
            <a:chOff x="-11828" y="-140750"/>
            <a:chExt cx="1072484" cy="983045"/>
          </a:xfrm>
        </p:grpSpPr>
        <p:sp>
          <p:nvSpPr>
            <p:cNvPr id="30" name="Freeform 30"/>
            <p:cNvSpPr/>
            <p:nvPr/>
          </p:nvSpPr>
          <p:spPr>
            <a:xfrm>
              <a:off x="0" y="-140750"/>
              <a:ext cx="1040112" cy="983045"/>
            </a:xfrm>
            <a:custGeom>
              <a:avLst/>
              <a:gdLst/>
              <a:ahLst/>
              <a:cxnLst/>
              <a:rect l="l" t="t" r="r" b="b"/>
              <a:pathLst>
                <a:path w="1072484" h="842295">
                  <a:moveTo>
                    <a:pt x="0" y="0"/>
                  </a:moveTo>
                  <a:lnTo>
                    <a:pt x="1072484" y="0"/>
                  </a:lnTo>
                  <a:lnTo>
                    <a:pt x="1072484" y="842295"/>
                  </a:lnTo>
                  <a:lnTo>
                    <a:pt x="0" y="842295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-11828" y="95874"/>
              <a:ext cx="1072484" cy="6549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2"/>
                </a:lnSpc>
              </a:pPr>
              <a:r>
                <a:rPr lang="en-US" sz="20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BACKEND (NODE.JS + EXPRESS)</a:t>
              </a:r>
            </a:p>
            <a:p>
              <a:pPr marL="407475" lvl="1" indent="-203737" algn="l">
                <a:lnSpc>
                  <a:spcPts val="2642"/>
                </a:lnSpc>
                <a:buFont typeface="Arial"/>
                <a:buChar char="•"/>
              </a:pPr>
              <a:r>
                <a:rPr lang="en-US" sz="18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RECEIVES IMAGE AND LANGUAGE WITH MULTER, STORES IMAGE IN /UPLOADS.</a:t>
              </a:r>
            </a:p>
            <a:p>
              <a:pPr marL="407475" lvl="1" indent="-203737" algn="l">
                <a:lnSpc>
                  <a:spcPts val="2642"/>
                </a:lnSpc>
                <a:buFont typeface="Arial"/>
                <a:buChar char="•"/>
              </a:pPr>
              <a:r>
                <a:rPr lang="en-US" sz="18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RUNS EMOTION.PY USING CHILD_PROCESS.EXEC() WITH IMAGE PATH.</a:t>
              </a:r>
            </a:p>
            <a:p>
              <a:pPr algn="l">
                <a:lnSpc>
                  <a:spcPts val="2642"/>
                </a:lnSpc>
              </a:pPr>
              <a:endParaRPr lang="en-US" sz="18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ctr">
                <a:lnSpc>
                  <a:spcPts val="2922"/>
                </a:lnSpc>
              </a:pPr>
              <a:endParaRPr lang="en-US" sz="18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19175" y="5352031"/>
            <a:ext cx="4072087" cy="3977849"/>
            <a:chOff x="0" y="-202289"/>
            <a:chExt cx="1072484" cy="91116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72484" cy="708872"/>
            </a:xfrm>
            <a:custGeom>
              <a:avLst/>
              <a:gdLst/>
              <a:ahLst/>
              <a:cxnLst/>
              <a:rect l="l" t="t" r="r" b="b"/>
              <a:pathLst>
                <a:path w="1072484" h="708872">
                  <a:moveTo>
                    <a:pt x="0" y="0"/>
                  </a:moveTo>
                  <a:lnTo>
                    <a:pt x="1072484" y="0"/>
                  </a:lnTo>
                  <a:lnTo>
                    <a:pt x="1072484" y="708872"/>
                  </a:lnTo>
                  <a:lnTo>
                    <a:pt x="0" y="708872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202289"/>
              <a:ext cx="1072484" cy="9111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2"/>
                </a:lnSpc>
              </a:pPr>
              <a:endParaRPr lang="en-US" sz="20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ctr">
                <a:lnSpc>
                  <a:spcPts val="2922"/>
                </a:lnSpc>
              </a:pPr>
              <a:endParaRPr lang="en-US" sz="20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ctr">
                <a:lnSpc>
                  <a:spcPts val="2922"/>
                </a:lnSpc>
              </a:pPr>
              <a:r>
                <a:rPr lang="en-US" sz="20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FRONTEND (AGAIN)</a:t>
              </a:r>
            </a:p>
            <a:p>
              <a:pPr marL="407475" lvl="1" indent="-203737" algn="l">
                <a:lnSpc>
                  <a:spcPts val="2642"/>
                </a:lnSpc>
                <a:buFont typeface="Arial"/>
                <a:buChar char="•"/>
              </a:pPr>
              <a:r>
                <a:rPr lang="en-US" sz="1887" b="1" dirty="0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FRONTEND SHOWSTHE DETECTED EMOTION  AND OPENS YOUTUBE VIDEO ON THE SAME SCREEN.</a:t>
              </a:r>
            </a:p>
            <a:p>
              <a:pPr algn="l">
                <a:lnSpc>
                  <a:spcPts val="2642"/>
                </a:lnSpc>
              </a:pPr>
              <a:endParaRPr lang="en-US" sz="18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  <a:p>
              <a:pPr algn="l">
                <a:lnSpc>
                  <a:spcPts val="2642"/>
                </a:lnSpc>
              </a:pPr>
              <a:endParaRPr lang="en-US" sz="1887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35" name="AutoShape 35"/>
          <p:cNvSpPr/>
          <p:nvPr/>
        </p:nvSpPr>
        <p:spPr>
          <a:xfrm>
            <a:off x="5091262" y="1837051"/>
            <a:ext cx="2629997" cy="336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6" name="AutoShape 36"/>
          <p:cNvSpPr/>
          <p:nvPr/>
        </p:nvSpPr>
        <p:spPr>
          <a:xfrm flipH="1">
            <a:off x="5091262" y="7950649"/>
            <a:ext cx="3173544" cy="33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37" name="AutoShape 37"/>
          <p:cNvSpPr/>
          <p:nvPr/>
        </p:nvSpPr>
        <p:spPr>
          <a:xfrm>
            <a:off x="11732728" y="1562100"/>
            <a:ext cx="370224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38"/>
          <p:cNvSpPr/>
          <p:nvPr/>
        </p:nvSpPr>
        <p:spPr>
          <a:xfrm>
            <a:off x="15470119" y="1562100"/>
            <a:ext cx="0" cy="16437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40" name="AutoShape 40"/>
          <p:cNvSpPr/>
          <p:nvPr/>
        </p:nvSpPr>
        <p:spPr>
          <a:xfrm flipH="1" flipV="1">
            <a:off x="12336892" y="7950649"/>
            <a:ext cx="3367044" cy="167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1" name="Group 41"/>
          <p:cNvGrpSpPr/>
          <p:nvPr/>
        </p:nvGrpSpPr>
        <p:grpSpPr>
          <a:xfrm>
            <a:off x="14715481" y="6772859"/>
            <a:ext cx="3760707" cy="3760707"/>
            <a:chOff x="0" y="0"/>
            <a:chExt cx="6350000" cy="6350000"/>
          </a:xfrm>
        </p:grpSpPr>
        <p:sp>
          <p:nvSpPr>
            <p:cNvPr id="42" name="Freeform 42"/>
            <p:cNvSpPr/>
            <p:nvPr/>
          </p:nvSpPr>
          <p:spPr>
            <a:xfrm>
              <a:off x="541020" y="537210"/>
              <a:ext cx="5255260" cy="5255260"/>
            </a:xfrm>
            <a:custGeom>
              <a:avLst/>
              <a:gdLst/>
              <a:ahLst/>
              <a:cxnLst/>
              <a:rect l="l" t="t" r="r" b="b"/>
              <a:pathLst>
                <a:path w="5255260" h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3"/>
              <a:stretch>
                <a:fillRect l="-16666" r="-16666"/>
              </a:stretch>
            </a:blipFill>
          </p:spPr>
        </p:sp>
      </p:grpSp>
      <p:sp>
        <p:nvSpPr>
          <p:cNvPr id="43" name="TextBox 43"/>
          <p:cNvSpPr txBox="1"/>
          <p:nvPr/>
        </p:nvSpPr>
        <p:spPr>
          <a:xfrm>
            <a:off x="-44396" y="4325643"/>
            <a:ext cx="13885024" cy="1851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78"/>
              </a:lnSpc>
            </a:pPr>
            <a:r>
              <a:rPr lang="en-US" sz="5270" b="1" dirty="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Emotion Detection and Music Playback Flow</a:t>
            </a:r>
          </a:p>
          <a:p>
            <a:pPr algn="ctr">
              <a:lnSpc>
                <a:spcPts val="7378"/>
              </a:lnSpc>
            </a:pPr>
            <a:endParaRPr lang="en-US" sz="5270" b="1" dirty="0">
              <a:solidFill>
                <a:srgbClr val="000000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44" name="Freeform 14">
            <a:extLst>
              <a:ext uri="{FF2B5EF4-FFF2-40B4-BE49-F238E27FC236}">
                <a16:creationId xmlns:a16="http://schemas.microsoft.com/office/drawing/2014/main" id="{4F07BCE2-A308-E690-9034-DBEE1B1F9099}"/>
              </a:ext>
            </a:extLst>
          </p:cNvPr>
          <p:cNvSpPr/>
          <p:nvPr/>
        </p:nvSpPr>
        <p:spPr>
          <a:xfrm>
            <a:off x="15163801" y="-51711"/>
            <a:ext cx="3175524" cy="958512"/>
          </a:xfrm>
          <a:custGeom>
            <a:avLst/>
            <a:gdLst/>
            <a:ahLst/>
            <a:cxnLst/>
            <a:rect l="l" t="t" r="r" b="b"/>
            <a:pathLst>
              <a:path w="3960707" h="1316935">
                <a:moveTo>
                  <a:pt x="0" y="0"/>
                </a:moveTo>
                <a:lnTo>
                  <a:pt x="3960707" y="0"/>
                </a:lnTo>
                <a:lnTo>
                  <a:pt x="3960707" y="1316935"/>
                </a:lnTo>
                <a:lnTo>
                  <a:pt x="0" y="131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1528"/>
            <a:ext cx="18288000" cy="10263945"/>
            <a:chOff x="0" y="0"/>
            <a:chExt cx="27347876" cy="13685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824269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3661238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0498207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824269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661238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498207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02024" y="1811394"/>
            <a:ext cx="10873755" cy="6664212"/>
            <a:chOff x="0" y="0"/>
            <a:chExt cx="2863870" cy="17551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863870" cy="1755183"/>
            </a:xfrm>
            <a:custGeom>
              <a:avLst/>
              <a:gdLst/>
              <a:ahLst/>
              <a:cxnLst/>
              <a:rect l="l" t="t" r="r" b="b"/>
              <a:pathLst>
                <a:path w="2863870" h="1755183">
                  <a:moveTo>
                    <a:pt x="0" y="0"/>
                  </a:moveTo>
                  <a:lnTo>
                    <a:pt x="2863870" y="0"/>
                  </a:lnTo>
                  <a:lnTo>
                    <a:pt x="2863870" y="1755183"/>
                  </a:lnTo>
                  <a:lnTo>
                    <a:pt x="0" y="1755183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2863870" cy="1831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10256" y="4113906"/>
            <a:ext cx="9057291" cy="2507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63"/>
              </a:lnSpc>
            </a:pPr>
            <a:r>
              <a:rPr lang="en-US" sz="261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With a powerful CNN at its core, our model transforms raw facial expressions into real-time emotion detection. This breakthrough bridges AI and human emotions, unlocking endless possibilities—from personalized music therapy to mental wellness solutions. The future of emotion-aware technology starts here!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467547" y="1028700"/>
            <a:ext cx="7020352" cy="7907740"/>
          </a:xfrm>
          <a:custGeom>
            <a:avLst/>
            <a:gdLst/>
            <a:ahLst/>
            <a:cxnLst/>
            <a:rect l="l" t="t" r="r" b="b"/>
            <a:pathLst>
              <a:path w="7020352" h="7907740">
                <a:moveTo>
                  <a:pt x="0" y="0"/>
                </a:moveTo>
                <a:lnTo>
                  <a:pt x="7020352" y="0"/>
                </a:lnTo>
                <a:lnTo>
                  <a:pt x="7020352" y="7907740"/>
                </a:lnTo>
                <a:lnTo>
                  <a:pt x="0" y="7907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20" r="-6320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463439" y="2819205"/>
            <a:ext cx="5630051" cy="81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6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78954102-B671-EB41-6BF8-21A069E812FE}"/>
              </a:ext>
            </a:extLst>
          </p:cNvPr>
          <p:cNvSpPr/>
          <p:nvPr/>
        </p:nvSpPr>
        <p:spPr>
          <a:xfrm>
            <a:off x="14859000" y="1"/>
            <a:ext cx="3412015" cy="1028700"/>
          </a:xfrm>
          <a:custGeom>
            <a:avLst/>
            <a:gdLst/>
            <a:ahLst/>
            <a:cxnLst/>
            <a:rect l="l" t="t" r="r" b="b"/>
            <a:pathLst>
              <a:path w="3960707" h="1316935">
                <a:moveTo>
                  <a:pt x="0" y="0"/>
                </a:moveTo>
                <a:lnTo>
                  <a:pt x="3960707" y="0"/>
                </a:lnTo>
                <a:lnTo>
                  <a:pt x="3960707" y="1316935"/>
                </a:lnTo>
                <a:lnTo>
                  <a:pt x="0" y="131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2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11528"/>
            <a:ext cx="18288000" cy="10263945"/>
            <a:chOff x="0" y="0"/>
            <a:chExt cx="27347876" cy="136852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6824269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13661238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20498207" y="0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6824269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3661238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0498207" y="6835591"/>
              <a:ext cx="6849669" cy="6849669"/>
            </a:xfrm>
            <a:custGeom>
              <a:avLst/>
              <a:gdLst/>
              <a:ahLst/>
              <a:cxnLst/>
              <a:rect l="l" t="t" r="r" b="b"/>
              <a:pathLst>
                <a:path w="6849669" h="6849669">
                  <a:moveTo>
                    <a:pt x="0" y="0"/>
                  </a:moveTo>
                  <a:lnTo>
                    <a:pt x="6849669" y="0"/>
                  </a:lnTo>
                  <a:lnTo>
                    <a:pt x="6849669" y="6849669"/>
                  </a:lnTo>
                  <a:lnTo>
                    <a:pt x="0" y="684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595868" y="4926353"/>
            <a:ext cx="2579473" cy="6457467"/>
          </a:xfrm>
          <a:custGeom>
            <a:avLst/>
            <a:gdLst/>
            <a:ahLst/>
            <a:cxnLst/>
            <a:rect l="l" t="t" r="r" b="b"/>
            <a:pathLst>
              <a:path w="2579473" h="6457467">
                <a:moveTo>
                  <a:pt x="0" y="0"/>
                </a:moveTo>
                <a:lnTo>
                  <a:pt x="2579473" y="0"/>
                </a:lnTo>
                <a:lnTo>
                  <a:pt x="2579473" y="6457467"/>
                </a:lnTo>
                <a:lnTo>
                  <a:pt x="0" y="64574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438" b="-12556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774935" y="4976299"/>
            <a:ext cx="3595533" cy="6510023"/>
          </a:xfrm>
          <a:custGeom>
            <a:avLst/>
            <a:gdLst/>
            <a:ahLst/>
            <a:cxnLst/>
            <a:rect l="l" t="t" r="r" b="b"/>
            <a:pathLst>
              <a:path w="3595533" h="6510023">
                <a:moveTo>
                  <a:pt x="0" y="0"/>
                </a:moveTo>
                <a:lnTo>
                  <a:pt x="3595532" y="0"/>
                </a:lnTo>
                <a:lnTo>
                  <a:pt x="3595532" y="6510023"/>
                </a:lnTo>
                <a:lnTo>
                  <a:pt x="0" y="6510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6519" b="-13534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453620" y="5090621"/>
            <a:ext cx="3551514" cy="6395701"/>
          </a:xfrm>
          <a:custGeom>
            <a:avLst/>
            <a:gdLst/>
            <a:ahLst/>
            <a:cxnLst/>
            <a:rect l="l" t="t" r="r" b="b"/>
            <a:pathLst>
              <a:path w="3551514" h="6395701">
                <a:moveTo>
                  <a:pt x="0" y="0"/>
                </a:moveTo>
                <a:lnTo>
                  <a:pt x="3551514" y="0"/>
                </a:lnTo>
                <a:lnTo>
                  <a:pt x="3551514" y="6395701"/>
                </a:lnTo>
                <a:lnTo>
                  <a:pt x="0" y="6395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54" b="-11381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682634" y="4926353"/>
            <a:ext cx="3599801" cy="6724238"/>
          </a:xfrm>
          <a:custGeom>
            <a:avLst/>
            <a:gdLst/>
            <a:ahLst/>
            <a:cxnLst/>
            <a:rect l="l" t="t" r="r" b="b"/>
            <a:pathLst>
              <a:path w="3599801" h="6724238">
                <a:moveTo>
                  <a:pt x="0" y="0"/>
                </a:moveTo>
                <a:lnTo>
                  <a:pt x="3599801" y="0"/>
                </a:lnTo>
                <a:lnTo>
                  <a:pt x="3599801" y="6724238"/>
                </a:lnTo>
                <a:lnTo>
                  <a:pt x="0" y="672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b="-12812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571944" y="4926353"/>
            <a:ext cx="3202991" cy="6395701"/>
          </a:xfrm>
          <a:custGeom>
            <a:avLst/>
            <a:gdLst/>
            <a:ahLst/>
            <a:cxnLst/>
            <a:rect l="l" t="t" r="r" b="b"/>
            <a:pathLst>
              <a:path w="3202991" h="6395701">
                <a:moveTo>
                  <a:pt x="0" y="0"/>
                </a:moveTo>
                <a:lnTo>
                  <a:pt x="3202991" y="0"/>
                </a:lnTo>
                <a:lnTo>
                  <a:pt x="3202991" y="6395701"/>
                </a:lnTo>
                <a:lnTo>
                  <a:pt x="0" y="6395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2599" b="-13952"/>
            </a:stretch>
          </a:blipFill>
        </p:spPr>
      </p:sp>
      <p:grpSp>
        <p:nvGrpSpPr>
          <p:cNvPr id="16" name="Group 16"/>
          <p:cNvGrpSpPr/>
          <p:nvPr/>
        </p:nvGrpSpPr>
        <p:grpSpPr>
          <a:xfrm rot="-10800000">
            <a:off x="2545651" y="772891"/>
            <a:ext cx="13367453" cy="3679821"/>
            <a:chOff x="0" y="0"/>
            <a:chExt cx="2713918" cy="74709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13918" cy="747093"/>
            </a:xfrm>
            <a:custGeom>
              <a:avLst/>
              <a:gdLst/>
              <a:ahLst/>
              <a:cxnLst/>
              <a:rect l="l" t="t" r="r" b="b"/>
              <a:pathLst>
                <a:path w="2713918" h="747093">
                  <a:moveTo>
                    <a:pt x="0" y="0"/>
                  </a:moveTo>
                  <a:lnTo>
                    <a:pt x="2713918" y="0"/>
                  </a:lnTo>
                  <a:lnTo>
                    <a:pt x="2713918" y="747093"/>
                  </a:lnTo>
                  <a:lnTo>
                    <a:pt x="0" y="747093"/>
                  </a:lnTo>
                  <a:close/>
                </a:path>
              </a:pathLst>
            </a:custGeom>
            <a:solidFill>
              <a:srgbClr val="A1BEA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2713918" cy="8232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82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598443" y="1638241"/>
            <a:ext cx="11091115" cy="188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58"/>
              </a:lnSpc>
            </a:pPr>
            <a:r>
              <a:rPr lang="en-US" sz="1299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712</Words>
  <Application>Microsoft Office PowerPoint</Application>
  <PresentationFormat>Custom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 MT Bold</vt:lpstr>
      <vt:lpstr>Arial</vt:lpstr>
      <vt:lpstr>Times New Roman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doodle emotional workshop mental health presentation</dc:title>
  <dc:creator>Diya Goyal</dc:creator>
  <cp:lastModifiedBy>Diya Goyal</cp:lastModifiedBy>
  <cp:revision>2</cp:revision>
  <dcterms:created xsi:type="dcterms:W3CDTF">2006-08-16T00:00:00Z</dcterms:created>
  <dcterms:modified xsi:type="dcterms:W3CDTF">2026-03-25T03:19:29Z</dcterms:modified>
  <dc:identifier>DAGi1vqvfxw</dc:identifier>
</cp:coreProperties>
</file>